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5"/>
  </p:notesMasterIdLst>
  <p:sldIdLst>
    <p:sldId id="284" r:id="rId2"/>
    <p:sldId id="506" r:id="rId3"/>
    <p:sldId id="507" r:id="rId4"/>
    <p:sldId id="611" r:id="rId5"/>
    <p:sldId id="612" r:id="rId6"/>
    <p:sldId id="618" r:id="rId7"/>
    <p:sldId id="619" r:id="rId8"/>
    <p:sldId id="620" r:id="rId9"/>
    <p:sldId id="621" r:id="rId10"/>
    <p:sldId id="622" r:id="rId11"/>
    <p:sldId id="623" r:id="rId12"/>
    <p:sldId id="624" r:id="rId13"/>
    <p:sldId id="625" r:id="rId14"/>
    <p:sldId id="626" r:id="rId15"/>
    <p:sldId id="627" r:id="rId16"/>
    <p:sldId id="628" r:id="rId17"/>
    <p:sldId id="629" r:id="rId18"/>
    <p:sldId id="630" r:id="rId19"/>
    <p:sldId id="631" r:id="rId20"/>
    <p:sldId id="632" r:id="rId21"/>
    <p:sldId id="633" r:id="rId22"/>
    <p:sldId id="634" r:id="rId23"/>
    <p:sldId id="635" r:id="rId24"/>
    <p:sldId id="636" r:id="rId25"/>
    <p:sldId id="637" r:id="rId26"/>
    <p:sldId id="638" r:id="rId27"/>
    <p:sldId id="639" r:id="rId28"/>
    <p:sldId id="640" r:id="rId29"/>
    <p:sldId id="641" r:id="rId30"/>
    <p:sldId id="642" r:id="rId31"/>
    <p:sldId id="643" r:id="rId32"/>
    <p:sldId id="644" r:id="rId33"/>
    <p:sldId id="645" r:id="rId34"/>
    <p:sldId id="646" r:id="rId35"/>
    <p:sldId id="647" r:id="rId36"/>
    <p:sldId id="648" r:id="rId37"/>
    <p:sldId id="649" r:id="rId38"/>
    <p:sldId id="650" r:id="rId39"/>
    <p:sldId id="651" r:id="rId40"/>
    <p:sldId id="654" r:id="rId41"/>
    <p:sldId id="653" r:id="rId42"/>
    <p:sldId id="614" r:id="rId43"/>
    <p:sldId id="616" r:id="rId4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AE51"/>
    <a:srgbClr val="98B2D1"/>
    <a:srgbClr val="EC8B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1CC70F-299B-4F64-8088-8353A20BC68D}" v="503" dt="2026-05-29T10:40:30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41" autoAdjust="0"/>
    <p:restoredTop sz="86424" autoAdjust="0"/>
  </p:normalViewPr>
  <p:slideViewPr>
    <p:cSldViewPr snapToGrid="0" showGuides="1">
      <p:cViewPr varScale="1">
        <p:scale>
          <a:sx n="95" d="100"/>
          <a:sy n="95" d="100"/>
        </p:scale>
        <p:origin x="1266" y="90"/>
      </p:cViewPr>
      <p:guideLst>
        <p:guide orient="horz" pos="2115"/>
        <p:guide pos="3840"/>
      </p:guideLst>
    </p:cSldViewPr>
  </p:slideViewPr>
  <p:outlineViewPr>
    <p:cViewPr>
      <p:scale>
        <a:sx n="33" d="100"/>
        <a:sy n="33" d="100"/>
      </p:scale>
      <p:origin x="0" y="-5460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지훈(산업경영공학과)" userId="f10e4a28-cc96-4aa6-a477-606261d4ea34" providerId="ADAL" clId="{E1BDFF36-D31A-4435-9114-39F6A8210863}"/>
    <pc:docChg chg="undo custSel addSld delSld modSld sldOrd">
      <pc:chgData name="최지훈(산업경영공학과)" userId="f10e4a28-cc96-4aa6-a477-606261d4ea34" providerId="ADAL" clId="{E1BDFF36-D31A-4435-9114-39F6A8210863}" dt="2026-05-29T10:54:01.147" v="13279" actId="20578"/>
      <pc:docMkLst>
        <pc:docMk/>
      </pc:docMkLst>
      <pc:sldChg chg="addSp modSp mod">
        <pc:chgData name="최지훈(산업경영공학과)" userId="f10e4a28-cc96-4aa6-a477-606261d4ea34" providerId="ADAL" clId="{E1BDFF36-D31A-4435-9114-39F6A8210863}" dt="2026-05-29T07:48:33.511" v="6297" actId="1076"/>
        <pc:sldMkLst>
          <pc:docMk/>
          <pc:sldMk cId="670804839" sldId="284"/>
        </pc:sldMkLst>
        <pc:spChg chg="mod">
          <ac:chgData name="최지훈(산업경영공학과)" userId="f10e4a28-cc96-4aa6-a477-606261d4ea34" providerId="ADAL" clId="{E1BDFF36-D31A-4435-9114-39F6A8210863}" dt="2026-05-28T15:47:46.348" v="101" actId="20577"/>
          <ac:spMkLst>
            <pc:docMk/>
            <pc:sldMk cId="670804839" sldId="284"/>
            <ac:spMk id="2" creationId="{72C04D85-3907-49C7-89ED-7C79C6E20EF4}"/>
          </ac:spMkLst>
        </pc:spChg>
        <pc:spChg chg="mod">
          <ac:chgData name="최지훈(산업경영공학과)" userId="f10e4a28-cc96-4aa6-a477-606261d4ea34" providerId="ADAL" clId="{E1BDFF36-D31A-4435-9114-39F6A8210863}" dt="2026-05-29T07:48:02.883" v="6198" actId="14100"/>
          <ac:spMkLst>
            <pc:docMk/>
            <pc:sldMk cId="670804839" sldId="284"/>
            <ac:spMk id="3" creationId="{9CB860F2-EFA1-4A59-A136-7D1F4B287723}"/>
          </ac:spMkLst>
        </pc:spChg>
        <pc:spChg chg="add mod">
          <ac:chgData name="최지훈(산업경영공학과)" userId="f10e4a28-cc96-4aa6-a477-606261d4ea34" providerId="ADAL" clId="{E1BDFF36-D31A-4435-9114-39F6A8210863}" dt="2026-05-29T07:48:33.511" v="6297" actId="1076"/>
          <ac:spMkLst>
            <pc:docMk/>
            <pc:sldMk cId="670804839" sldId="284"/>
            <ac:spMk id="4" creationId="{3B446C29-DEA8-A1DA-7ABA-D335CD87BD87}"/>
          </ac:spMkLst>
        </pc:spChg>
      </pc:sldChg>
      <pc:sldChg chg="modSp mod">
        <pc:chgData name="최지훈(산업경영공학과)" userId="f10e4a28-cc96-4aa6-a477-606261d4ea34" providerId="ADAL" clId="{E1BDFF36-D31A-4435-9114-39F6A8210863}" dt="2026-05-29T10:37:13.841" v="12869" actId="20577"/>
        <pc:sldMkLst>
          <pc:docMk/>
          <pc:sldMk cId="1822810331" sldId="506"/>
        </pc:sldMkLst>
        <pc:spChg chg="mod">
          <ac:chgData name="최지훈(산업경영공학과)" userId="f10e4a28-cc96-4aa6-a477-606261d4ea34" providerId="ADAL" clId="{E1BDFF36-D31A-4435-9114-39F6A8210863}" dt="2026-05-29T10:37:13.841" v="12869" actId="20577"/>
          <ac:spMkLst>
            <pc:docMk/>
            <pc:sldMk cId="1822810331" sldId="506"/>
            <ac:spMk id="13" creationId="{1CE05B93-6756-45E1-A9DA-B5971D88490E}"/>
          </ac:spMkLst>
        </pc:spChg>
      </pc:sldChg>
      <pc:sldChg chg="addSp delSp modSp mod">
        <pc:chgData name="최지훈(산업경영공학과)" userId="f10e4a28-cc96-4aa6-a477-606261d4ea34" providerId="ADAL" clId="{E1BDFF36-D31A-4435-9114-39F6A8210863}" dt="2026-05-28T16:15:19.865" v="802" actId="1076"/>
        <pc:sldMkLst>
          <pc:docMk/>
          <pc:sldMk cId="3128216073" sldId="507"/>
        </pc:sldMkLst>
        <pc:spChg chg="mod">
          <ac:chgData name="최지훈(산업경영공학과)" userId="f10e4a28-cc96-4aa6-a477-606261d4ea34" providerId="ADAL" clId="{E1BDFF36-D31A-4435-9114-39F6A8210863}" dt="2026-05-28T15:59:33.020" v="443" actId="20577"/>
          <ac:spMkLst>
            <pc:docMk/>
            <pc:sldMk cId="3128216073" sldId="507"/>
            <ac:spMk id="2" creationId="{5B838C8F-3BBD-7908-EFF1-D0A579EBAF28}"/>
          </ac:spMkLst>
        </pc:spChg>
        <pc:spChg chg="add del mod">
          <ac:chgData name="최지훈(산업경영공학과)" userId="f10e4a28-cc96-4aa6-a477-606261d4ea34" providerId="ADAL" clId="{E1BDFF36-D31A-4435-9114-39F6A8210863}" dt="2026-05-28T15:59:58.263" v="508" actId="478"/>
          <ac:spMkLst>
            <pc:docMk/>
            <pc:sldMk cId="3128216073" sldId="507"/>
            <ac:spMk id="3" creationId="{A0D031A5-E04A-27BD-6BD3-CA59E8ABDD0D}"/>
          </ac:spMkLst>
        </pc:spChg>
        <pc:spChg chg="mod">
          <ac:chgData name="최지훈(산업경영공학과)" userId="f10e4a28-cc96-4aa6-a477-606261d4ea34" providerId="ADAL" clId="{E1BDFF36-D31A-4435-9114-39F6A8210863}" dt="2026-05-28T15:59:26.816" v="413" actId="20577"/>
          <ac:spMkLst>
            <pc:docMk/>
            <pc:sldMk cId="3128216073" sldId="507"/>
            <ac:spMk id="4" creationId="{F7D34373-A18F-F040-CB5A-91DA64602669}"/>
          </ac:spMkLst>
        </pc:spChg>
        <pc:spChg chg="add mod">
          <ac:chgData name="최지훈(산업경영공학과)" userId="f10e4a28-cc96-4aa6-a477-606261d4ea34" providerId="ADAL" clId="{E1BDFF36-D31A-4435-9114-39F6A8210863}" dt="2026-05-28T16:03:11.885" v="785" actId="1076"/>
          <ac:spMkLst>
            <pc:docMk/>
            <pc:sldMk cId="3128216073" sldId="507"/>
            <ac:spMk id="11" creationId="{41688BB3-FDB7-4CC1-429E-307EC65F5F40}"/>
          </ac:spMkLst>
        </pc:spChg>
        <pc:spChg chg="mod">
          <ac:chgData name="최지훈(산업경영공학과)" userId="f10e4a28-cc96-4aa6-a477-606261d4ea34" providerId="ADAL" clId="{E1BDFF36-D31A-4435-9114-39F6A8210863}" dt="2026-05-28T16:01:36.015" v="686" actId="20577"/>
          <ac:spMkLst>
            <pc:docMk/>
            <pc:sldMk cId="3128216073" sldId="507"/>
            <ac:spMk id="13" creationId="{4C6FB9DB-C110-BD7F-FCAA-4EBC2BC6B270}"/>
          </ac:spMkLst>
        </pc:spChg>
        <pc:spChg chg="add del mod">
          <ac:chgData name="최지훈(산업경영공학과)" userId="f10e4a28-cc96-4aa6-a477-606261d4ea34" providerId="ADAL" clId="{E1BDFF36-D31A-4435-9114-39F6A8210863}" dt="2026-05-28T16:08:28.144" v="789" actId="478"/>
          <ac:spMkLst>
            <pc:docMk/>
            <pc:sldMk cId="3128216073" sldId="507"/>
            <ac:spMk id="14" creationId="{448DF18B-840B-8C5C-A400-BB32B880BC1A}"/>
          </ac:spMkLst>
        </pc:spChg>
        <pc:picChg chg="add mod modCrop">
          <ac:chgData name="최지훈(산업경영공학과)" userId="f10e4a28-cc96-4aa6-a477-606261d4ea34" providerId="ADAL" clId="{E1BDFF36-D31A-4435-9114-39F6A8210863}" dt="2026-05-28T16:02:17.698" v="694" actId="732"/>
          <ac:picMkLst>
            <pc:docMk/>
            <pc:sldMk cId="3128216073" sldId="507"/>
            <ac:picMk id="6" creationId="{735EEDB0-3891-954C-AA46-4BFCF9F8BFE1}"/>
          </ac:picMkLst>
        </pc:picChg>
        <pc:picChg chg="add mod">
          <ac:chgData name="최지훈(산업경영공학과)" userId="f10e4a28-cc96-4aa6-a477-606261d4ea34" providerId="ADAL" clId="{E1BDFF36-D31A-4435-9114-39F6A8210863}" dt="2026-05-28T16:14:32.230" v="800" actId="1076"/>
          <ac:picMkLst>
            <pc:docMk/>
            <pc:sldMk cId="3128216073" sldId="507"/>
            <ac:picMk id="15" creationId="{9DC7C092-2105-3222-79C0-BDBC67DA6D79}"/>
          </ac:picMkLst>
        </pc:picChg>
        <pc:picChg chg="add mod">
          <ac:chgData name="최지훈(산업경영공학과)" userId="f10e4a28-cc96-4aa6-a477-606261d4ea34" providerId="ADAL" clId="{E1BDFF36-D31A-4435-9114-39F6A8210863}" dt="2026-05-28T16:14:29.523" v="799" actId="1076"/>
          <ac:picMkLst>
            <pc:docMk/>
            <pc:sldMk cId="3128216073" sldId="507"/>
            <ac:picMk id="16" creationId="{90ED2787-663A-F2A8-43B4-23AC500A5D14}"/>
          </ac:picMkLst>
        </pc:picChg>
        <pc:picChg chg="add mod">
          <ac:chgData name="최지훈(산업경영공학과)" userId="f10e4a28-cc96-4aa6-a477-606261d4ea34" providerId="ADAL" clId="{E1BDFF36-D31A-4435-9114-39F6A8210863}" dt="2026-05-28T16:15:19.865" v="802" actId="1076"/>
          <ac:picMkLst>
            <pc:docMk/>
            <pc:sldMk cId="3128216073" sldId="507"/>
            <ac:picMk id="17" creationId="{337E4E1F-D8DE-F74C-8BB6-A3754B3D101D}"/>
          </ac:picMkLst>
        </pc:picChg>
        <pc:picChg chg="del">
          <ac:chgData name="최지훈(산업경영공학과)" userId="f10e4a28-cc96-4aa6-a477-606261d4ea34" providerId="ADAL" clId="{E1BDFF36-D31A-4435-9114-39F6A8210863}" dt="2026-05-28T15:59:34.635" v="444" actId="478"/>
          <ac:picMkLst>
            <pc:docMk/>
            <pc:sldMk cId="3128216073" sldId="507"/>
            <ac:picMk id="1032" creationId="{7054CBF6-7E08-207F-41F7-E291835F1387}"/>
          </ac:picMkLst>
        </pc:picChg>
        <pc:cxnChg chg="add mod">
          <ac:chgData name="최지훈(산업경영공학과)" userId="f10e4a28-cc96-4aa6-a477-606261d4ea34" providerId="ADAL" clId="{E1BDFF36-D31A-4435-9114-39F6A8210863}" dt="2026-05-28T16:02:34.783" v="697" actId="1582"/>
          <ac:cxnSpMkLst>
            <pc:docMk/>
            <pc:sldMk cId="3128216073" sldId="507"/>
            <ac:cxnSpMk id="8" creationId="{E28049F4-2CA9-A369-8CCB-420C322C1469}"/>
          </ac:cxnSpMkLst>
        </pc:cxnChg>
        <pc:cxnChg chg="add mod">
          <ac:chgData name="최지훈(산업경영공학과)" userId="f10e4a28-cc96-4aa6-a477-606261d4ea34" providerId="ADAL" clId="{E1BDFF36-D31A-4435-9114-39F6A8210863}" dt="2026-05-28T16:02:34.783" v="697" actId="1582"/>
          <ac:cxnSpMkLst>
            <pc:docMk/>
            <pc:sldMk cId="3128216073" sldId="507"/>
            <ac:cxnSpMk id="9" creationId="{47BA5821-4DAD-D413-34EE-712388132864}"/>
          </ac:cxnSpMkLst>
        </pc:cxnChg>
      </pc:sldChg>
      <pc:sldChg chg="del">
        <pc:chgData name="최지훈(산업경영공학과)" userId="f10e4a28-cc96-4aa6-a477-606261d4ea34" providerId="ADAL" clId="{E1BDFF36-D31A-4435-9114-39F6A8210863}" dt="2026-05-29T07:51:26.808" v="6476" actId="47"/>
        <pc:sldMkLst>
          <pc:docMk/>
          <pc:sldMk cId="3059007061" sldId="548"/>
        </pc:sldMkLst>
      </pc:sldChg>
      <pc:sldChg chg="del">
        <pc:chgData name="최지훈(산업경영공학과)" userId="f10e4a28-cc96-4aa6-a477-606261d4ea34" providerId="ADAL" clId="{E1BDFF36-D31A-4435-9114-39F6A8210863}" dt="2026-05-29T07:51:28.920" v="6483" actId="47"/>
        <pc:sldMkLst>
          <pc:docMk/>
          <pc:sldMk cId="3749923194" sldId="584"/>
        </pc:sldMkLst>
      </pc:sldChg>
      <pc:sldChg chg="del">
        <pc:chgData name="최지훈(산업경영공학과)" userId="f10e4a28-cc96-4aa6-a477-606261d4ea34" providerId="ADAL" clId="{E1BDFF36-D31A-4435-9114-39F6A8210863}" dt="2026-05-29T07:51:28.099" v="6482" actId="47"/>
        <pc:sldMkLst>
          <pc:docMk/>
          <pc:sldMk cId="1283031757" sldId="585"/>
        </pc:sldMkLst>
      </pc:sldChg>
      <pc:sldChg chg="del">
        <pc:chgData name="최지훈(산업경영공학과)" userId="f10e4a28-cc96-4aa6-a477-606261d4ea34" providerId="ADAL" clId="{E1BDFF36-D31A-4435-9114-39F6A8210863}" dt="2026-05-29T07:51:27.955" v="6481" actId="47"/>
        <pc:sldMkLst>
          <pc:docMk/>
          <pc:sldMk cId="294702256" sldId="586"/>
        </pc:sldMkLst>
      </pc:sldChg>
      <pc:sldChg chg="del">
        <pc:chgData name="최지훈(산업경영공학과)" userId="f10e4a28-cc96-4aa6-a477-606261d4ea34" providerId="ADAL" clId="{E1BDFF36-D31A-4435-9114-39F6A8210863}" dt="2026-05-29T07:51:27.423" v="6479" actId="47"/>
        <pc:sldMkLst>
          <pc:docMk/>
          <pc:sldMk cId="1753077066" sldId="587"/>
        </pc:sldMkLst>
      </pc:sldChg>
      <pc:sldChg chg="del">
        <pc:chgData name="최지훈(산업경영공학과)" userId="f10e4a28-cc96-4aa6-a477-606261d4ea34" providerId="ADAL" clId="{E1BDFF36-D31A-4435-9114-39F6A8210863}" dt="2026-05-29T07:51:27.250" v="6478" actId="47"/>
        <pc:sldMkLst>
          <pc:docMk/>
          <pc:sldMk cId="2320114490" sldId="588"/>
        </pc:sldMkLst>
      </pc:sldChg>
      <pc:sldChg chg="del">
        <pc:chgData name="최지훈(산업경영공학과)" userId="f10e4a28-cc96-4aa6-a477-606261d4ea34" providerId="ADAL" clId="{E1BDFF36-D31A-4435-9114-39F6A8210863}" dt="2026-05-29T07:51:27.779" v="6480" actId="47"/>
        <pc:sldMkLst>
          <pc:docMk/>
          <pc:sldMk cId="201592367" sldId="589"/>
        </pc:sldMkLst>
      </pc:sldChg>
      <pc:sldChg chg="del">
        <pc:chgData name="최지훈(산업경영공학과)" userId="f10e4a28-cc96-4aa6-a477-606261d4ea34" providerId="ADAL" clId="{E1BDFF36-D31A-4435-9114-39F6A8210863}" dt="2026-05-29T07:51:26.467" v="6474" actId="47"/>
        <pc:sldMkLst>
          <pc:docMk/>
          <pc:sldMk cId="3481461997" sldId="590"/>
        </pc:sldMkLst>
      </pc:sldChg>
      <pc:sldChg chg="del">
        <pc:chgData name="최지훈(산업경영공학과)" userId="f10e4a28-cc96-4aa6-a477-606261d4ea34" providerId="ADAL" clId="{E1BDFF36-D31A-4435-9114-39F6A8210863}" dt="2026-05-29T07:51:27.127" v="6477" actId="47"/>
        <pc:sldMkLst>
          <pc:docMk/>
          <pc:sldMk cId="1098687167" sldId="591"/>
        </pc:sldMkLst>
      </pc:sldChg>
      <pc:sldChg chg="del">
        <pc:chgData name="최지훈(산업경영공학과)" userId="f10e4a28-cc96-4aa6-a477-606261d4ea34" providerId="ADAL" clId="{E1BDFF36-D31A-4435-9114-39F6A8210863}" dt="2026-05-29T07:51:26.636" v="6475" actId="47"/>
        <pc:sldMkLst>
          <pc:docMk/>
          <pc:sldMk cId="1656951368" sldId="592"/>
        </pc:sldMkLst>
      </pc:sldChg>
      <pc:sldChg chg="del">
        <pc:chgData name="최지훈(산업경영공학과)" userId="f10e4a28-cc96-4aa6-a477-606261d4ea34" providerId="ADAL" clId="{E1BDFF36-D31A-4435-9114-39F6A8210863}" dt="2026-05-29T07:51:26.306" v="6473" actId="47"/>
        <pc:sldMkLst>
          <pc:docMk/>
          <pc:sldMk cId="674157258" sldId="593"/>
        </pc:sldMkLst>
      </pc:sldChg>
      <pc:sldChg chg="del">
        <pc:chgData name="최지훈(산업경영공학과)" userId="f10e4a28-cc96-4aa6-a477-606261d4ea34" providerId="ADAL" clId="{E1BDFF36-D31A-4435-9114-39F6A8210863}" dt="2026-05-29T07:51:26.107" v="6472" actId="47"/>
        <pc:sldMkLst>
          <pc:docMk/>
          <pc:sldMk cId="2772827126" sldId="594"/>
        </pc:sldMkLst>
      </pc:sldChg>
      <pc:sldChg chg="del">
        <pc:chgData name="최지훈(산업경영공학과)" userId="f10e4a28-cc96-4aa6-a477-606261d4ea34" providerId="ADAL" clId="{E1BDFF36-D31A-4435-9114-39F6A8210863}" dt="2026-05-29T07:51:25.790" v="6471" actId="47"/>
        <pc:sldMkLst>
          <pc:docMk/>
          <pc:sldMk cId="3826051002" sldId="595"/>
        </pc:sldMkLst>
      </pc:sldChg>
      <pc:sldChg chg="del">
        <pc:chgData name="최지훈(산업경영공학과)" userId="f10e4a28-cc96-4aa6-a477-606261d4ea34" providerId="ADAL" clId="{E1BDFF36-D31A-4435-9114-39F6A8210863}" dt="2026-05-29T07:51:25.129" v="6467" actId="47"/>
        <pc:sldMkLst>
          <pc:docMk/>
          <pc:sldMk cId="1368283135" sldId="596"/>
        </pc:sldMkLst>
      </pc:sldChg>
      <pc:sldChg chg="del">
        <pc:chgData name="최지훈(산업경영공학과)" userId="f10e4a28-cc96-4aa6-a477-606261d4ea34" providerId="ADAL" clId="{E1BDFF36-D31A-4435-9114-39F6A8210863}" dt="2026-05-29T07:51:24.579" v="6463" actId="47"/>
        <pc:sldMkLst>
          <pc:docMk/>
          <pc:sldMk cId="1289433304" sldId="597"/>
        </pc:sldMkLst>
      </pc:sldChg>
      <pc:sldChg chg="del">
        <pc:chgData name="최지훈(산업경영공학과)" userId="f10e4a28-cc96-4aa6-a477-606261d4ea34" providerId="ADAL" clId="{E1BDFF36-D31A-4435-9114-39F6A8210863}" dt="2026-05-29T07:51:24.438" v="6462" actId="47"/>
        <pc:sldMkLst>
          <pc:docMk/>
          <pc:sldMk cId="2697778517" sldId="598"/>
        </pc:sldMkLst>
      </pc:sldChg>
      <pc:sldChg chg="del">
        <pc:chgData name="최지훈(산업경영공학과)" userId="f10e4a28-cc96-4aa6-a477-606261d4ea34" providerId="ADAL" clId="{E1BDFF36-D31A-4435-9114-39F6A8210863}" dt="2026-05-29T07:51:25.550" v="6470" actId="47"/>
        <pc:sldMkLst>
          <pc:docMk/>
          <pc:sldMk cId="425068265" sldId="599"/>
        </pc:sldMkLst>
      </pc:sldChg>
      <pc:sldChg chg="del">
        <pc:chgData name="최지훈(산업경영공학과)" userId="f10e4a28-cc96-4aa6-a477-606261d4ea34" providerId="ADAL" clId="{E1BDFF36-D31A-4435-9114-39F6A8210863}" dt="2026-05-29T07:51:25.259" v="6468" actId="47"/>
        <pc:sldMkLst>
          <pc:docMk/>
          <pc:sldMk cId="4046882167" sldId="600"/>
        </pc:sldMkLst>
      </pc:sldChg>
      <pc:sldChg chg="del">
        <pc:chgData name="최지훈(산업경영공학과)" userId="f10e4a28-cc96-4aa6-a477-606261d4ea34" providerId="ADAL" clId="{E1BDFF36-D31A-4435-9114-39F6A8210863}" dt="2026-05-29T07:51:24.365" v="6461" actId="47"/>
        <pc:sldMkLst>
          <pc:docMk/>
          <pc:sldMk cId="2041512253" sldId="601"/>
        </pc:sldMkLst>
      </pc:sldChg>
      <pc:sldChg chg="del">
        <pc:chgData name="최지훈(산업경영공학과)" userId="f10e4a28-cc96-4aa6-a477-606261d4ea34" providerId="ADAL" clId="{E1BDFF36-D31A-4435-9114-39F6A8210863}" dt="2026-05-29T07:51:24.172" v="6460" actId="47"/>
        <pc:sldMkLst>
          <pc:docMk/>
          <pc:sldMk cId="3553297587" sldId="602"/>
        </pc:sldMkLst>
      </pc:sldChg>
      <pc:sldChg chg="del">
        <pc:chgData name="최지훈(산업경영공학과)" userId="f10e4a28-cc96-4aa6-a477-606261d4ea34" providerId="ADAL" clId="{E1BDFF36-D31A-4435-9114-39F6A8210863}" dt="2026-05-29T07:51:23.971" v="6459" actId="47"/>
        <pc:sldMkLst>
          <pc:docMk/>
          <pc:sldMk cId="1927803722" sldId="603"/>
        </pc:sldMkLst>
      </pc:sldChg>
      <pc:sldChg chg="del">
        <pc:chgData name="최지훈(산업경영공학과)" userId="f10e4a28-cc96-4aa6-a477-606261d4ea34" providerId="ADAL" clId="{E1BDFF36-D31A-4435-9114-39F6A8210863}" dt="2026-05-29T07:51:23.844" v="6458" actId="47"/>
        <pc:sldMkLst>
          <pc:docMk/>
          <pc:sldMk cId="3354690170" sldId="604"/>
        </pc:sldMkLst>
      </pc:sldChg>
      <pc:sldChg chg="del">
        <pc:chgData name="최지훈(산업경영공학과)" userId="f10e4a28-cc96-4aa6-a477-606261d4ea34" providerId="ADAL" clId="{E1BDFF36-D31A-4435-9114-39F6A8210863}" dt="2026-05-29T07:51:25.407" v="6469" actId="47"/>
        <pc:sldMkLst>
          <pc:docMk/>
          <pc:sldMk cId="792201990" sldId="606"/>
        </pc:sldMkLst>
      </pc:sldChg>
      <pc:sldChg chg="del">
        <pc:chgData name="최지훈(산업경영공학과)" userId="f10e4a28-cc96-4aa6-a477-606261d4ea34" providerId="ADAL" clId="{E1BDFF36-D31A-4435-9114-39F6A8210863}" dt="2026-05-29T07:51:24.695" v="6464" actId="47"/>
        <pc:sldMkLst>
          <pc:docMk/>
          <pc:sldMk cId="1168199346" sldId="607"/>
        </pc:sldMkLst>
      </pc:sldChg>
      <pc:sldChg chg="del">
        <pc:chgData name="최지훈(산업경영공학과)" userId="f10e4a28-cc96-4aa6-a477-606261d4ea34" providerId="ADAL" clId="{E1BDFF36-D31A-4435-9114-39F6A8210863}" dt="2026-05-29T07:51:24.978" v="6466" actId="47"/>
        <pc:sldMkLst>
          <pc:docMk/>
          <pc:sldMk cId="3469251027" sldId="608"/>
        </pc:sldMkLst>
      </pc:sldChg>
      <pc:sldChg chg="del">
        <pc:chgData name="최지훈(산업경영공학과)" userId="f10e4a28-cc96-4aa6-a477-606261d4ea34" providerId="ADAL" clId="{E1BDFF36-D31A-4435-9114-39F6A8210863}" dt="2026-05-29T07:51:24.836" v="6465" actId="47"/>
        <pc:sldMkLst>
          <pc:docMk/>
          <pc:sldMk cId="2562097477" sldId="609"/>
        </pc:sldMkLst>
      </pc:sldChg>
      <pc:sldChg chg="addSp delSp modSp add del mod">
        <pc:chgData name="최지훈(산업경영공학과)" userId="f10e4a28-cc96-4aa6-a477-606261d4ea34" providerId="ADAL" clId="{E1BDFF36-D31A-4435-9114-39F6A8210863}" dt="2026-05-29T10:24:07.634" v="12356" actId="47"/>
        <pc:sldMkLst>
          <pc:docMk/>
          <pc:sldMk cId="477219465" sldId="610"/>
        </pc:sldMkLst>
        <pc:spChg chg="mod">
          <ac:chgData name="최지훈(산업경영공학과)" userId="f10e4a28-cc96-4aa6-a477-606261d4ea34" providerId="ADAL" clId="{E1BDFF36-D31A-4435-9114-39F6A8210863}" dt="2026-05-29T10:19:10.053" v="11786" actId="20577"/>
          <ac:spMkLst>
            <pc:docMk/>
            <pc:sldMk cId="477219465" sldId="610"/>
            <ac:spMk id="2" creationId="{37C9CC26-231F-4A80-45D6-D9BD18716525}"/>
          </ac:spMkLst>
        </pc:spChg>
        <pc:spChg chg="del">
          <ac:chgData name="최지훈(산업경영공학과)" userId="f10e4a28-cc96-4aa6-a477-606261d4ea34" providerId="ADAL" clId="{E1BDFF36-D31A-4435-9114-39F6A8210863}" dt="2026-05-28T16:10:43.730" v="793" actId="478"/>
          <ac:spMkLst>
            <pc:docMk/>
            <pc:sldMk cId="477219465" sldId="610"/>
            <ac:spMk id="11" creationId="{91A51D1D-7FD1-A015-8270-29E1BCD8A9EA}"/>
          </ac:spMkLst>
        </pc:spChg>
        <pc:picChg chg="add mod">
          <ac:chgData name="최지훈(산업경영공학과)" userId="f10e4a28-cc96-4aa6-a477-606261d4ea34" providerId="ADAL" clId="{E1BDFF36-D31A-4435-9114-39F6A8210863}" dt="2026-05-28T16:10:45.024" v="795" actId="1076"/>
          <ac:picMkLst>
            <pc:docMk/>
            <pc:sldMk cId="477219465" sldId="610"/>
            <ac:picMk id="5" creationId="{F323B436-766F-BC31-3DD8-E624AEB8F045}"/>
          </ac:picMkLst>
        </pc:picChg>
        <pc:picChg chg="del">
          <ac:chgData name="최지훈(산업경영공학과)" userId="f10e4a28-cc96-4aa6-a477-606261d4ea34" providerId="ADAL" clId="{E1BDFF36-D31A-4435-9114-39F6A8210863}" dt="2026-05-28T16:10:40.049" v="791" actId="478"/>
          <ac:picMkLst>
            <pc:docMk/>
            <pc:sldMk cId="477219465" sldId="610"/>
            <ac:picMk id="6" creationId="{54053BF9-7A96-F96D-EE93-47EBCD833C96}"/>
          </ac:picMkLst>
        </pc:picChg>
        <pc:cxnChg chg="del">
          <ac:chgData name="최지훈(산업경영공학과)" userId="f10e4a28-cc96-4aa6-a477-606261d4ea34" providerId="ADAL" clId="{E1BDFF36-D31A-4435-9114-39F6A8210863}" dt="2026-05-28T16:10:41.865" v="792" actId="478"/>
          <ac:cxnSpMkLst>
            <pc:docMk/>
            <pc:sldMk cId="477219465" sldId="610"/>
            <ac:cxnSpMk id="8" creationId="{C8A0ED80-B1E8-A40F-C448-21053ECA0E6D}"/>
          </ac:cxnSpMkLst>
        </pc:cxnChg>
        <pc:cxnChg chg="del">
          <ac:chgData name="최지훈(산업경영공학과)" userId="f10e4a28-cc96-4aa6-a477-606261d4ea34" providerId="ADAL" clId="{E1BDFF36-D31A-4435-9114-39F6A8210863}" dt="2026-05-28T16:10:41.865" v="792" actId="478"/>
          <ac:cxnSpMkLst>
            <pc:docMk/>
            <pc:sldMk cId="477219465" sldId="610"/>
            <ac:cxnSpMk id="9" creationId="{C46EAF17-36C4-801B-AE5E-8657F9686604}"/>
          </ac:cxnSpMkLst>
        </pc:cxnChg>
      </pc:sldChg>
      <pc:sldChg chg="addSp delSp modSp add mod">
        <pc:chgData name="최지훈(산업경영공학과)" userId="f10e4a28-cc96-4aa6-a477-606261d4ea34" providerId="ADAL" clId="{E1BDFF36-D31A-4435-9114-39F6A8210863}" dt="2026-05-28T16:31:20.373" v="1086" actId="1076"/>
        <pc:sldMkLst>
          <pc:docMk/>
          <pc:sldMk cId="2981900525" sldId="611"/>
        </pc:sldMkLst>
        <pc:spChg chg="mod">
          <ac:chgData name="최지훈(산업경영공학과)" userId="f10e4a28-cc96-4aa6-a477-606261d4ea34" providerId="ADAL" clId="{E1BDFF36-D31A-4435-9114-39F6A8210863}" dt="2026-05-28T16:15:50.868" v="874" actId="20577"/>
          <ac:spMkLst>
            <pc:docMk/>
            <pc:sldMk cId="2981900525" sldId="611"/>
            <ac:spMk id="2" creationId="{51F853E0-BF64-BF06-3968-86C10266F499}"/>
          </ac:spMkLst>
        </pc:spChg>
        <pc:spChg chg="add del mod">
          <ac:chgData name="최지훈(산업경영공학과)" userId="f10e4a28-cc96-4aa6-a477-606261d4ea34" providerId="ADAL" clId="{E1BDFF36-D31A-4435-9114-39F6A8210863}" dt="2026-05-28T16:24:19.297" v="990" actId="478"/>
          <ac:spMkLst>
            <pc:docMk/>
            <pc:sldMk cId="2981900525" sldId="611"/>
            <ac:spMk id="3" creationId="{124428B1-622C-182F-95F8-41F49B612BFA}"/>
          </ac:spMkLst>
        </pc:spChg>
        <pc:spChg chg="del">
          <ac:chgData name="최지훈(산업경영공학과)" userId="f10e4a28-cc96-4aa6-a477-606261d4ea34" providerId="ADAL" clId="{E1BDFF36-D31A-4435-9114-39F6A8210863}" dt="2026-05-28T16:18:14.396" v="877" actId="478"/>
          <ac:spMkLst>
            <pc:docMk/>
            <pc:sldMk cId="2981900525" sldId="611"/>
            <ac:spMk id="11" creationId="{248F3850-C1BC-89D0-75C9-7E4128B6B458}"/>
          </ac:spMkLst>
        </pc:spChg>
        <pc:spChg chg="mod">
          <ac:chgData name="최지훈(산업경영공학과)" userId="f10e4a28-cc96-4aa6-a477-606261d4ea34" providerId="ADAL" clId="{E1BDFF36-D31A-4435-9114-39F6A8210863}" dt="2026-05-28T16:27:56.854" v="1010" actId="20577"/>
          <ac:spMkLst>
            <pc:docMk/>
            <pc:sldMk cId="2981900525" sldId="611"/>
            <ac:spMk id="13" creationId="{86309ED4-A3C5-8093-CF72-3628335FF273}"/>
          </ac:spMkLst>
        </pc:spChg>
        <pc:spChg chg="add del mod">
          <ac:chgData name="최지훈(산업경영공학과)" userId="f10e4a28-cc96-4aa6-a477-606261d4ea34" providerId="ADAL" clId="{E1BDFF36-D31A-4435-9114-39F6A8210863}" dt="2026-05-28T16:28:39.395" v="1037" actId="478"/>
          <ac:spMkLst>
            <pc:docMk/>
            <pc:sldMk cId="2981900525" sldId="611"/>
            <ac:spMk id="19" creationId="{7DC9531C-2342-EFDD-6EAE-CEDC0E8E2417}"/>
          </ac:spMkLst>
        </pc:spChg>
        <pc:spChg chg="add del mod">
          <ac:chgData name="최지훈(산업경영공학과)" userId="f10e4a28-cc96-4aa6-a477-606261d4ea34" providerId="ADAL" clId="{E1BDFF36-D31A-4435-9114-39F6A8210863}" dt="2026-05-28T16:30:51.904" v="1079" actId="478"/>
          <ac:spMkLst>
            <pc:docMk/>
            <pc:sldMk cId="2981900525" sldId="611"/>
            <ac:spMk id="28" creationId="{C8AC4F7F-5ACB-E8CE-7D91-08119F417D45}"/>
          </ac:spMkLst>
        </pc:spChg>
        <pc:spChg chg="add del mod">
          <ac:chgData name="최지훈(산업경영공학과)" userId="f10e4a28-cc96-4aa6-a477-606261d4ea34" providerId="ADAL" clId="{E1BDFF36-D31A-4435-9114-39F6A8210863}" dt="2026-05-28T16:30:48.374" v="1078" actId="478"/>
          <ac:spMkLst>
            <pc:docMk/>
            <pc:sldMk cId="2981900525" sldId="611"/>
            <ac:spMk id="29" creationId="{7AA4CD74-B7A3-DF4F-0659-8A3E3449248B}"/>
          </ac:spMkLst>
        </pc:spChg>
        <pc:picChg chg="del">
          <ac:chgData name="최지훈(산업경영공학과)" userId="f10e4a28-cc96-4aa6-a477-606261d4ea34" providerId="ADAL" clId="{E1BDFF36-D31A-4435-9114-39F6A8210863}" dt="2026-05-28T16:18:12.177" v="875" actId="478"/>
          <ac:picMkLst>
            <pc:docMk/>
            <pc:sldMk cId="2981900525" sldId="611"/>
            <ac:picMk id="6" creationId="{4457F378-6C33-F5D3-2591-942571F6D5B6}"/>
          </ac:picMkLst>
        </pc:picChg>
        <pc:picChg chg="add mod modCrop">
          <ac:chgData name="최지훈(산업경영공학과)" userId="f10e4a28-cc96-4aa6-a477-606261d4ea34" providerId="ADAL" clId="{E1BDFF36-D31A-4435-9114-39F6A8210863}" dt="2026-05-28T16:31:08.365" v="1082" actId="1076"/>
          <ac:picMkLst>
            <pc:docMk/>
            <pc:sldMk cId="2981900525" sldId="611"/>
            <ac:picMk id="7" creationId="{7D08D78B-A24B-D5F6-184E-299C895DE618}"/>
          </ac:picMkLst>
        </pc:picChg>
        <pc:picChg chg="add mod">
          <ac:chgData name="최지훈(산업경영공학과)" userId="f10e4a28-cc96-4aa6-a477-606261d4ea34" providerId="ADAL" clId="{E1BDFF36-D31A-4435-9114-39F6A8210863}" dt="2026-05-28T16:30:54.705" v="1080" actId="1076"/>
          <ac:picMkLst>
            <pc:docMk/>
            <pc:sldMk cId="2981900525" sldId="611"/>
            <ac:picMk id="12" creationId="{C2539BBE-DC02-AAEF-AB70-850DC38C6249}"/>
          </ac:picMkLst>
        </pc:picChg>
        <pc:picChg chg="del">
          <ac:chgData name="최지훈(산업경영공학과)" userId="f10e4a28-cc96-4aa6-a477-606261d4ea34" providerId="ADAL" clId="{E1BDFF36-D31A-4435-9114-39F6A8210863}" dt="2026-05-28T16:18:14.396" v="877" actId="478"/>
          <ac:picMkLst>
            <pc:docMk/>
            <pc:sldMk cId="2981900525" sldId="611"/>
            <ac:picMk id="15" creationId="{7ACEC859-EAD6-A6B4-4128-98DCD17C9A1E}"/>
          </ac:picMkLst>
        </pc:picChg>
        <pc:picChg chg="del">
          <ac:chgData name="최지훈(산업경영공학과)" userId="f10e4a28-cc96-4aa6-a477-606261d4ea34" providerId="ADAL" clId="{E1BDFF36-D31A-4435-9114-39F6A8210863}" dt="2026-05-28T16:18:14.396" v="877" actId="478"/>
          <ac:picMkLst>
            <pc:docMk/>
            <pc:sldMk cId="2981900525" sldId="611"/>
            <ac:picMk id="16" creationId="{FC7FAC77-9F9E-F38A-0CF6-F76EE4B85762}"/>
          </ac:picMkLst>
        </pc:picChg>
        <pc:picChg chg="del">
          <ac:chgData name="최지훈(산업경영공학과)" userId="f10e4a28-cc96-4aa6-a477-606261d4ea34" providerId="ADAL" clId="{E1BDFF36-D31A-4435-9114-39F6A8210863}" dt="2026-05-28T16:18:14.396" v="877" actId="478"/>
          <ac:picMkLst>
            <pc:docMk/>
            <pc:sldMk cId="2981900525" sldId="611"/>
            <ac:picMk id="17" creationId="{420E45A0-32FF-54FF-3F36-94F4656A52ED}"/>
          </ac:picMkLst>
        </pc:picChg>
        <pc:picChg chg="add mod modCrop">
          <ac:chgData name="최지훈(산업경영공학과)" userId="f10e4a28-cc96-4aa6-a477-606261d4ea34" providerId="ADAL" clId="{E1BDFF36-D31A-4435-9114-39F6A8210863}" dt="2026-05-28T16:31:15.958" v="1084" actId="1076"/>
          <ac:picMkLst>
            <pc:docMk/>
            <pc:sldMk cId="2981900525" sldId="611"/>
            <ac:picMk id="18" creationId="{1FF0FF57-3568-5C69-3FA5-37062661F241}"/>
          </ac:picMkLst>
        </pc:picChg>
        <pc:picChg chg="add mod">
          <ac:chgData name="최지훈(산업경영공학과)" userId="f10e4a28-cc96-4aa6-a477-606261d4ea34" providerId="ADAL" clId="{E1BDFF36-D31A-4435-9114-39F6A8210863}" dt="2026-05-28T16:31:20.373" v="1086" actId="1076"/>
          <ac:picMkLst>
            <pc:docMk/>
            <pc:sldMk cId="2981900525" sldId="611"/>
            <ac:picMk id="20" creationId="{69622A77-6BFC-6714-B24E-E0BB8C140B26}"/>
          </ac:picMkLst>
        </pc:picChg>
        <pc:picChg chg="add mod">
          <ac:chgData name="최지훈(산업경영공학과)" userId="f10e4a28-cc96-4aa6-a477-606261d4ea34" providerId="ADAL" clId="{E1BDFF36-D31A-4435-9114-39F6A8210863}" dt="2026-05-28T16:31:18.969" v="1085" actId="1076"/>
          <ac:picMkLst>
            <pc:docMk/>
            <pc:sldMk cId="2981900525" sldId="611"/>
            <ac:picMk id="21" creationId="{F4D68BB0-F04B-BC10-76A9-7369FCB3F080}"/>
          </ac:picMkLst>
        </pc:picChg>
        <pc:cxnChg chg="del">
          <ac:chgData name="최지훈(산업경영공학과)" userId="f10e4a28-cc96-4aa6-a477-606261d4ea34" providerId="ADAL" clId="{E1BDFF36-D31A-4435-9114-39F6A8210863}" dt="2026-05-28T16:18:13.157" v="876" actId="478"/>
          <ac:cxnSpMkLst>
            <pc:docMk/>
            <pc:sldMk cId="2981900525" sldId="611"/>
            <ac:cxnSpMk id="8" creationId="{76B2DC08-0B41-A715-9C66-62059A14A76B}"/>
          </ac:cxnSpMkLst>
        </pc:cxnChg>
        <pc:cxnChg chg="del">
          <ac:chgData name="최지훈(산업경영공학과)" userId="f10e4a28-cc96-4aa6-a477-606261d4ea34" providerId="ADAL" clId="{E1BDFF36-D31A-4435-9114-39F6A8210863}" dt="2026-05-28T16:18:13.157" v="876" actId="478"/>
          <ac:cxnSpMkLst>
            <pc:docMk/>
            <pc:sldMk cId="2981900525" sldId="611"/>
            <ac:cxnSpMk id="9" creationId="{61190E91-E8C7-1A22-6827-0D5968CBFAD6}"/>
          </ac:cxnSpMkLst>
        </pc:cxnChg>
        <pc:cxnChg chg="add mod">
          <ac:chgData name="최지훈(산업경영공학과)" userId="f10e4a28-cc96-4aa6-a477-606261d4ea34" providerId="ADAL" clId="{E1BDFF36-D31A-4435-9114-39F6A8210863}" dt="2026-05-28T16:30:23.385" v="1047" actId="1582"/>
          <ac:cxnSpMkLst>
            <pc:docMk/>
            <pc:sldMk cId="2981900525" sldId="611"/>
            <ac:cxnSpMk id="23" creationId="{23106F65-8898-427B-4514-68D65C54CB25}"/>
          </ac:cxnSpMkLst>
        </pc:cxnChg>
        <pc:cxnChg chg="add mod">
          <ac:chgData name="최지훈(산업경영공학과)" userId="f10e4a28-cc96-4aa6-a477-606261d4ea34" providerId="ADAL" clId="{E1BDFF36-D31A-4435-9114-39F6A8210863}" dt="2026-05-28T16:30:23.385" v="1047" actId="1582"/>
          <ac:cxnSpMkLst>
            <pc:docMk/>
            <pc:sldMk cId="2981900525" sldId="611"/>
            <ac:cxnSpMk id="24" creationId="{D1BB17C3-B366-111F-C96C-1F0BC8141037}"/>
          </ac:cxnSpMkLst>
        </pc:cxnChg>
      </pc:sldChg>
      <pc:sldChg chg="addSp delSp modSp add mod">
        <pc:chgData name="최지훈(산업경영공학과)" userId="f10e4a28-cc96-4aa6-a477-606261d4ea34" providerId="ADAL" clId="{E1BDFF36-D31A-4435-9114-39F6A8210863}" dt="2026-05-28T17:20:34.866" v="1589"/>
        <pc:sldMkLst>
          <pc:docMk/>
          <pc:sldMk cId="1140389678" sldId="612"/>
        </pc:sldMkLst>
        <pc:spChg chg="mod">
          <ac:chgData name="최지훈(산업경영공학과)" userId="f10e4a28-cc96-4aa6-a477-606261d4ea34" providerId="ADAL" clId="{E1BDFF36-D31A-4435-9114-39F6A8210863}" dt="2026-05-28T16:34:40.450" v="1099" actId="20577"/>
          <ac:spMkLst>
            <pc:docMk/>
            <pc:sldMk cId="1140389678" sldId="612"/>
            <ac:spMk id="2" creationId="{662D80E3-D7CC-BDA8-D998-96B26AA069AC}"/>
          </ac:spMkLst>
        </pc:spChg>
        <pc:spChg chg="add mod">
          <ac:chgData name="최지훈(산업경영공학과)" userId="f10e4a28-cc96-4aa6-a477-606261d4ea34" providerId="ADAL" clId="{E1BDFF36-D31A-4435-9114-39F6A8210863}" dt="2026-05-28T17:20:34.866" v="1589"/>
          <ac:spMkLst>
            <pc:docMk/>
            <pc:sldMk cId="1140389678" sldId="612"/>
            <ac:spMk id="5" creationId="{34C5275B-7494-B1A0-07A0-2404654586BE}"/>
          </ac:spMkLst>
        </pc:spChg>
        <pc:spChg chg="add mod">
          <ac:chgData name="최지훈(산업경영공학과)" userId="f10e4a28-cc96-4aa6-a477-606261d4ea34" providerId="ADAL" clId="{E1BDFF36-D31A-4435-9114-39F6A8210863}" dt="2026-05-28T16:43:40.486" v="1216" actId="1076"/>
          <ac:spMkLst>
            <pc:docMk/>
            <pc:sldMk cId="1140389678" sldId="612"/>
            <ac:spMk id="6" creationId="{77F14E38-3849-EB20-165B-A2BAD61598CD}"/>
          </ac:spMkLst>
        </pc:spChg>
        <pc:spChg chg="add mod">
          <ac:chgData name="최지훈(산업경영공학과)" userId="f10e4a28-cc96-4aa6-a477-606261d4ea34" providerId="ADAL" clId="{E1BDFF36-D31A-4435-9114-39F6A8210863}" dt="2026-05-28T16:43:52.267" v="1219" actId="1076"/>
          <ac:spMkLst>
            <pc:docMk/>
            <pc:sldMk cId="1140389678" sldId="612"/>
            <ac:spMk id="8" creationId="{7F1F189E-ACAB-3E7D-BE8B-0E406A48891D}"/>
          </ac:spMkLst>
        </pc:spChg>
        <pc:spChg chg="del">
          <ac:chgData name="최지훈(산업경영공학과)" userId="f10e4a28-cc96-4aa6-a477-606261d4ea34" providerId="ADAL" clId="{E1BDFF36-D31A-4435-9114-39F6A8210863}" dt="2026-05-28T16:34:43.801" v="1100" actId="478"/>
          <ac:spMkLst>
            <pc:docMk/>
            <pc:sldMk cId="1140389678" sldId="612"/>
            <ac:spMk id="13" creationId="{9B1A9B87-7E52-0148-EA9E-3B21CBD74BD9}"/>
          </ac:spMkLst>
        </pc:spChg>
        <pc:spChg chg="add del mod">
          <ac:chgData name="최지훈(산업경영공학과)" userId="f10e4a28-cc96-4aa6-a477-606261d4ea34" providerId="ADAL" clId="{E1BDFF36-D31A-4435-9114-39F6A8210863}" dt="2026-05-28T16:44:25.440" v="1306" actId="478"/>
          <ac:spMkLst>
            <pc:docMk/>
            <pc:sldMk cId="1140389678" sldId="612"/>
            <ac:spMk id="14" creationId="{C7AA8C78-5022-A27E-B585-10A85E3A0768}"/>
          </ac:spMkLst>
        </pc:spChg>
        <pc:spChg chg="add mod">
          <ac:chgData name="최지훈(산업경영공학과)" userId="f10e4a28-cc96-4aa6-a477-606261d4ea34" providerId="ADAL" clId="{E1BDFF36-D31A-4435-9114-39F6A8210863}" dt="2026-05-28T16:44:51.161" v="1347" actId="114"/>
          <ac:spMkLst>
            <pc:docMk/>
            <pc:sldMk cId="1140389678" sldId="612"/>
            <ac:spMk id="15" creationId="{FF0669F6-661F-A00F-A752-4511B2FCFF05}"/>
          </ac:spMkLst>
        </pc:spChg>
        <pc:spChg chg="add mod">
          <ac:chgData name="최지훈(산업경영공학과)" userId="f10e4a28-cc96-4aa6-a477-606261d4ea34" providerId="ADAL" clId="{E1BDFF36-D31A-4435-9114-39F6A8210863}" dt="2026-05-28T16:45:11.746" v="1429" actId="1076"/>
          <ac:spMkLst>
            <pc:docMk/>
            <pc:sldMk cId="1140389678" sldId="612"/>
            <ac:spMk id="16" creationId="{6CEA3D3D-9993-C422-2D2A-BDB7C24B92CE}"/>
          </ac:spMkLst>
        </pc:spChg>
        <pc:spChg chg="add mod">
          <ac:chgData name="최지훈(산업경영공학과)" userId="f10e4a28-cc96-4aa6-a477-606261d4ea34" providerId="ADAL" clId="{E1BDFF36-D31A-4435-9114-39F6A8210863}" dt="2026-05-28T16:45:29.326" v="1482" actId="20577"/>
          <ac:spMkLst>
            <pc:docMk/>
            <pc:sldMk cId="1140389678" sldId="612"/>
            <ac:spMk id="17" creationId="{E59F34C8-E35F-2731-8EB0-6916724D74DD}"/>
          </ac:spMkLst>
        </pc:spChg>
        <pc:spChg chg="add mod">
          <ac:chgData name="최지훈(산업경영공학과)" userId="f10e4a28-cc96-4aa6-a477-606261d4ea34" providerId="ADAL" clId="{E1BDFF36-D31A-4435-9114-39F6A8210863}" dt="2026-05-28T16:45:46.861" v="1524" actId="20577"/>
          <ac:spMkLst>
            <pc:docMk/>
            <pc:sldMk cId="1140389678" sldId="612"/>
            <ac:spMk id="19" creationId="{F457E977-A063-AAA3-9F8B-A2DC6EE1DC93}"/>
          </ac:spMkLst>
        </pc:spChg>
        <pc:picChg chg="del">
          <ac:chgData name="최지훈(산업경영공학과)" userId="f10e4a28-cc96-4aa6-a477-606261d4ea34" providerId="ADAL" clId="{E1BDFF36-D31A-4435-9114-39F6A8210863}" dt="2026-05-28T16:34:43.801" v="1100" actId="478"/>
          <ac:picMkLst>
            <pc:docMk/>
            <pc:sldMk cId="1140389678" sldId="612"/>
            <ac:picMk id="7" creationId="{A8140347-921D-3856-C8B2-F7ADF7C61D0F}"/>
          </ac:picMkLst>
        </pc:picChg>
        <pc:picChg chg="del">
          <ac:chgData name="최지훈(산업경영공학과)" userId="f10e4a28-cc96-4aa6-a477-606261d4ea34" providerId="ADAL" clId="{E1BDFF36-D31A-4435-9114-39F6A8210863}" dt="2026-05-28T16:34:43.801" v="1100" actId="478"/>
          <ac:picMkLst>
            <pc:docMk/>
            <pc:sldMk cId="1140389678" sldId="612"/>
            <ac:picMk id="12" creationId="{9042FE63-A665-15BF-1AEA-4DA14497B5DF}"/>
          </ac:picMkLst>
        </pc:picChg>
        <pc:picChg chg="del">
          <ac:chgData name="최지훈(산업경영공학과)" userId="f10e4a28-cc96-4aa6-a477-606261d4ea34" providerId="ADAL" clId="{E1BDFF36-D31A-4435-9114-39F6A8210863}" dt="2026-05-28T16:34:43.801" v="1100" actId="478"/>
          <ac:picMkLst>
            <pc:docMk/>
            <pc:sldMk cId="1140389678" sldId="612"/>
            <ac:picMk id="18" creationId="{A39A5FBF-6A0E-868C-EDE3-638D3A5A4D7A}"/>
          </ac:picMkLst>
        </pc:picChg>
        <pc:picChg chg="del">
          <ac:chgData name="최지훈(산업경영공학과)" userId="f10e4a28-cc96-4aa6-a477-606261d4ea34" providerId="ADAL" clId="{E1BDFF36-D31A-4435-9114-39F6A8210863}" dt="2026-05-28T16:34:43.801" v="1100" actId="478"/>
          <ac:picMkLst>
            <pc:docMk/>
            <pc:sldMk cId="1140389678" sldId="612"/>
            <ac:picMk id="20" creationId="{4C6572A2-C530-D8C8-41F8-4BCAEC88FE50}"/>
          </ac:picMkLst>
        </pc:picChg>
        <pc:picChg chg="del">
          <ac:chgData name="최지훈(산업경영공학과)" userId="f10e4a28-cc96-4aa6-a477-606261d4ea34" providerId="ADAL" clId="{E1BDFF36-D31A-4435-9114-39F6A8210863}" dt="2026-05-28T16:34:43.801" v="1100" actId="478"/>
          <ac:picMkLst>
            <pc:docMk/>
            <pc:sldMk cId="1140389678" sldId="612"/>
            <ac:picMk id="21" creationId="{ECE14FC4-F779-4DB6-E660-3A9544E91834}"/>
          </ac:picMkLst>
        </pc:picChg>
        <pc:cxnChg chg="add mod">
          <ac:chgData name="최지훈(산업경영공학과)" userId="f10e4a28-cc96-4aa6-a477-606261d4ea34" providerId="ADAL" clId="{E1BDFF36-D31A-4435-9114-39F6A8210863}" dt="2026-05-28T16:43:48.518" v="1218" actId="1076"/>
          <ac:cxnSpMkLst>
            <pc:docMk/>
            <pc:sldMk cId="1140389678" sldId="612"/>
            <ac:cxnSpMk id="10" creationId="{5E1C84B2-1A56-8E42-1CD5-120A35B4EAD6}"/>
          </ac:cxnSpMkLst>
        </pc:cxnChg>
        <pc:cxnChg chg="add mod">
          <ac:chgData name="최지훈(산업경영공학과)" userId="f10e4a28-cc96-4aa6-a477-606261d4ea34" providerId="ADAL" clId="{E1BDFF36-D31A-4435-9114-39F6A8210863}" dt="2026-05-28T16:46:42.872" v="1543" actId="14100"/>
          <ac:cxnSpMkLst>
            <pc:docMk/>
            <pc:sldMk cId="1140389678" sldId="612"/>
            <ac:cxnSpMk id="11" creationId="{B2A9CAC6-F7CE-F2C2-A24F-74A43866A410}"/>
          </ac:cxnSpMkLst>
        </pc:cxnChg>
        <pc:cxnChg chg="add mod">
          <ac:chgData name="최지훈(산업경영공학과)" userId="f10e4a28-cc96-4aa6-a477-606261d4ea34" providerId="ADAL" clId="{E1BDFF36-D31A-4435-9114-39F6A8210863}" dt="2026-05-28T16:46:45.044" v="1544" actId="14100"/>
          <ac:cxnSpMkLst>
            <pc:docMk/>
            <pc:sldMk cId="1140389678" sldId="612"/>
            <ac:cxnSpMk id="22" creationId="{BAE6FFFF-1509-BBF6-C1F6-D7A72E42821C}"/>
          </ac:cxnSpMkLst>
        </pc:cxnChg>
        <pc:cxnChg chg="del">
          <ac:chgData name="최지훈(산업경영공학과)" userId="f10e4a28-cc96-4aa6-a477-606261d4ea34" providerId="ADAL" clId="{E1BDFF36-D31A-4435-9114-39F6A8210863}" dt="2026-05-28T16:34:43.801" v="1100" actId="478"/>
          <ac:cxnSpMkLst>
            <pc:docMk/>
            <pc:sldMk cId="1140389678" sldId="612"/>
            <ac:cxnSpMk id="23" creationId="{DAC78D7C-A820-1165-08C4-1A487B821179}"/>
          </ac:cxnSpMkLst>
        </pc:cxnChg>
        <pc:cxnChg chg="del">
          <ac:chgData name="최지훈(산업경영공학과)" userId="f10e4a28-cc96-4aa6-a477-606261d4ea34" providerId="ADAL" clId="{E1BDFF36-D31A-4435-9114-39F6A8210863}" dt="2026-05-28T16:34:43.801" v="1100" actId="478"/>
          <ac:cxnSpMkLst>
            <pc:docMk/>
            <pc:sldMk cId="1140389678" sldId="612"/>
            <ac:cxnSpMk id="24" creationId="{767E9AF5-62E7-547D-BD1E-27CCBC9D3E79}"/>
          </ac:cxnSpMkLst>
        </pc:cxnChg>
        <pc:cxnChg chg="add mod">
          <ac:chgData name="최지훈(산업경영공학과)" userId="f10e4a28-cc96-4aa6-a477-606261d4ea34" providerId="ADAL" clId="{E1BDFF36-D31A-4435-9114-39F6A8210863}" dt="2026-05-28T16:46:47.082" v="1545" actId="14100"/>
          <ac:cxnSpMkLst>
            <pc:docMk/>
            <pc:sldMk cId="1140389678" sldId="612"/>
            <ac:cxnSpMk id="27" creationId="{482882F5-3326-9D29-F594-2B12606A4EB1}"/>
          </ac:cxnSpMkLst>
        </pc:cxnChg>
        <pc:cxnChg chg="add mod">
          <ac:chgData name="최지훈(산업경영공학과)" userId="f10e4a28-cc96-4aa6-a477-606261d4ea34" providerId="ADAL" clId="{E1BDFF36-D31A-4435-9114-39F6A8210863}" dt="2026-05-28T16:46:39.648" v="1542" actId="14100"/>
          <ac:cxnSpMkLst>
            <pc:docMk/>
            <pc:sldMk cId="1140389678" sldId="612"/>
            <ac:cxnSpMk id="32" creationId="{E5031F7D-9B13-7A18-F1C2-30FB5CD661B4}"/>
          </ac:cxnSpMkLst>
        </pc:cxnChg>
      </pc:sldChg>
      <pc:sldChg chg="addSp delSp modSp add del mod">
        <pc:chgData name="최지훈(산업경영공학과)" userId="f10e4a28-cc96-4aa6-a477-606261d4ea34" providerId="ADAL" clId="{E1BDFF36-D31A-4435-9114-39F6A8210863}" dt="2026-05-28T17:20:46.275" v="1592" actId="47"/>
        <pc:sldMkLst>
          <pc:docMk/>
          <pc:sldMk cId="2009795291" sldId="613"/>
        </pc:sldMkLst>
        <pc:spChg chg="del mod">
          <ac:chgData name="최지훈(산업경영공학과)" userId="f10e4a28-cc96-4aa6-a477-606261d4ea34" providerId="ADAL" clId="{E1BDFF36-D31A-4435-9114-39F6A8210863}" dt="2026-05-28T17:20:28.313" v="1588"/>
          <ac:spMkLst>
            <pc:docMk/>
            <pc:sldMk cId="2009795291" sldId="613"/>
            <ac:spMk id="5" creationId="{453F443E-73D5-0FCE-183A-378CE9C0C44C}"/>
          </ac:spMkLst>
        </pc:spChg>
        <pc:spChg chg="del">
          <ac:chgData name="최지훈(산업경영공학과)" userId="f10e4a28-cc96-4aa6-a477-606261d4ea34" providerId="ADAL" clId="{E1BDFF36-D31A-4435-9114-39F6A8210863}" dt="2026-05-28T16:48:12.219" v="1547" actId="478"/>
          <ac:spMkLst>
            <pc:docMk/>
            <pc:sldMk cId="2009795291" sldId="613"/>
            <ac:spMk id="6" creationId="{EE6497DE-027F-01BF-73B1-5AE2806BF610}"/>
          </ac:spMkLst>
        </pc:spChg>
        <pc:spChg chg="del">
          <ac:chgData name="최지훈(산업경영공학과)" userId="f10e4a28-cc96-4aa6-a477-606261d4ea34" providerId="ADAL" clId="{E1BDFF36-D31A-4435-9114-39F6A8210863}" dt="2026-05-28T16:48:14.221" v="1548" actId="478"/>
          <ac:spMkLst>
            <pc:docMk/>
            <pc:sldMk cId="2009795291" sldId="613"/>
            <ac:spMk id="8" creationId="{79BC278E-60B8-5DD2-A1CB-2CFF70EF9DC4}"/>
          </ac:spMkLst>
        </pc:spChg>
        <pc:spChg chg="del">
          <ac:chgData name="최지훈(산업경영공학과)" userId="f10e4a28-cc96-4aa6-a477-606261d4ea34" providerId="ADAL" clId="{E1BDFF36-D31A-4435-9114-39F6A8210863}" dt="2026-05-28T16:48:14.221" v="1548" actId="478"/>
          <ac:spMkLst>
            <pc:docMk/>
            <pc:sldMk cId="2009795291" sldId="613"/>
            <ac:spMk id="15" creationId="{5C18D3EE-EF17-545C-F037-AD49DE343663}"/>
          </ac:spMkLst>
        </pc:spChg>
        <pc:spChg chg="del">
          <ac:chgData name="최지훈(산업경영공학과)" userId="f10e4a28-cc96-4aa6-a477-606261d4ea34" providerId="ADAL" clId="{E1BDFF36-D31A-4435-9114-39F6A8210863}" dt="2026-05-28T16:48:14.221" v="1548" actId="478"/>
          <ac:spMkLst>
            <pc:docMk/>
            <pc:sldMk cId="2009795291" sldId="613"/>
            <ac:spMk id="16" creationId="{37DE680E-0B4F-93B8-D2C8-3BF3CA7D8B1D}"/>
          </ac:spMkLst>
        </pc:spChg>
        <pc:spChg chg="del">
          <ac:chgData name="최지훈(산업경영공학과)" userId="f10e4a28-cc96-4aa6-a477-606261d4ea34" providerId="ADAL" clId="{E1BDFF36-D31A-4435-9114-39F6A8210863}" dt="2026-05-28T16:48:14.221" v="1548" actId="478"/>
          <ac:spMkLst>
            <pc:docMk/>
            <pc:sldMk cId="2009795291" sldId="613"/>
            <ac:spMk id="17" creationId="{877C200E-F780-7B2E-ACFE-B41C1D5E97EA}"/>
          </ac:spMkLst>
        </pc:spChg>
        <pc:spChg chg="del">
          <ac:chgData name="최지훈(산업경영공학과)" userId="f10e4a28-cc96-4aa6-a477-606261d4ea34" providerId="ADAL" clId="{E1BDFF36-D31A-4435-9114-39F6A8210863}" dt="2026-05-28T16:48:14.221" v="1548" actId="478"/>
          <ac:spMkLst>
            <pc:docMk/>
            <pc:sldMk cId="2009795291" sldId="613"/>
            <ac:spMk id="19" creationId="{DEF72154-0FF3-8796-25F1-E7FDBC17EBE9}"/>
          </ac:spMkLst>
        </pc:spChg>
        <pc:picChg chg="add mod ord">
          <ac:chgData name="최지훈(산업경영공학과)" userId="f10e4a28-cc96-4aa6-a477-606261d4ea34" providerId="ADAL" clId="{E1BDFF36-D31A-4435-9114-39F6A8210863}" dt="2026-05-28T17:20:28.313" v="1588"/>
          <ac:picMkLst>
            <pc:docMk/>
            <pc:sldMk cId="2009795291" sldId="613"/>
            <ac:picMk id="7" creationId="{DD41F911-C3AD-DE9F-85B9-9B77902FF973}"/>
          </ac:picMkLst>
        </pc:picChg>
        <pc:cxnChg chg="del">
          <ac:chgData name="최지훈(산업경영공학과)" userId="f10e4a28-cc96-4aa6-a477-606261d4ea34" providerId="ADAL" clId="{E1BDFF36-D31A-4435-9114-39F6A8210863}" dt="2026-05-28T16:48:14.221" v="1548" actId="478"/>
          <ac:cxnSpMkLst>
            <pc:docMk/>
            <pc:sldMk cId="2009795291" sldId="613"/>
            <ac:cxnSpMk id="10" creationId="{227C269C-F867-2785-3873-9C66262AE350}"/>
          </ac:cxnSpMkLst>
        </pc:cxnChg>
        <pc:cxnChg chg="del mod">
          <ac:chgData name="최지훈(산업경영공학과)" userId="f10e4a28-cc96-4aa6-a477-606261d4ea34" providerId="ADAL" clId="{E1BDFF36-D31A-4435-9114-39F6A8210863}" dt="2026-05-28T16:48:14.221" v="1548" actId="478"/>
          <ac:cxnSpMkLst>
            <pc:docMk/>
            <pc:sldMk cId="2009795291" sldId="613"/>
            <ac:cxnSpMk id="11" creationId="{0D0CAC52-1772-5338-4D38-20BB141E680F}"/>
          </ac:cxnSpMkLst>
        </pc:cxnChg>
        <pc:cxnChg chg="del mod">
          <ac:chgData name="최지훈(산업경영공학과)" userId="f10e4a28-cc96-4aa6-a477-606261d4ea34" providerId="ADAL" clId="{E1BDFF36-D31A-4435-9114-39F6A8210863}" dt="2026-05-28T16:48:14.221" v="1548" actId="478"/>
          <ac:cxnSpMkLst>
            <pc:docMk/>
            <pc:sldMk cId="2009795291" sldId="613"/>
            <ac:cxnSpMk id="22" creationId="{2564B0E6-6044-A225-2C03-66EC725B9E3E}"/>
          </ac:cxnSpMkLst>
        </pc:cxnChg>
        <pc:cxnChg chg="del mod">
          <ac:chgData name="최지훈(산업경영공학과)" userId="f10e4a28-cc96-4aa6-a477-606261d4ea34" providerId="ADAL" clId="{E1BDFF36-D31A-4435-9114-39F6A8210863}" dt="2026-05-28T16:48:14.221" v="1548" actId="478"/>
          <ac:cxnSpMkLst>
            <pc:docMk/>
            <pc:sldMk cId="2009795291" sldId="613"/>
            <ac:cxnSpMk id="27" creationId="{86854278-2F6E-F771-B8DA-B8535983F4CB}"/>
          </ac:cxnSpMkLst>
        </pc:cxnChg>
        <pc:cxnChg chg="del mod">
          <ac:chgData name="최지훈(산업경영공학과)" userId="f10e4a28-cc96-4aa6-a477-606261d4ea34" providerId="ADAL" clId="{E1BDFF36-D31A-4435-9114-39F6A8210863}" dt="2026-05-28T16:48:14.221" v="1548" actId="478"/>
          <ac:cxnSpMkLst>
            <pc:docMk/>
            <pc:sldMk cId="2009795291" sldId="613"/>
            <ac:cxnSpMk id="32" creationId="{EC8BC7D0-448E-9307-057C-7061FF6E882B}"/>
          </ac:cxnSpMkLst>
        </pc:cxnChg>
      </pc:sldChg>
      <pc:sldChg chg="addSp delSp modSp add mod">
        <pc:chgData name="최지훈(산업경영공학과)" userId="f10e4a28-cc96-4aa6-a477-606261d4ea34" providerId="ADAL" clId="{E1BDFF36-D31A-4435-9114-39F6A8210863}" dt="2026-05-29T10:53:10.711" v="13255" actId="478"/>
        <pc:sldMkLst>
          <pc:docMk/>
          <pc:sldMk cId="1825623105" sldId="614"/>
        </pc:sldMkLst>
        <pc:spChg chg="mod">
          <ac:chgData name="최지훈(산업경영공학과)" userId="f10e4a28-cc96-4aa6-a477-606261d4ea34" providerId="ADAL" clId="{E1BDFF36-D31A-4435-9114-39F6A8210863}" dt="2026-05-28T17:15:03.798" v="1578" actId="20577"/>
          <ac:spMkLst>
            <pc:docMk/>
            <pc:sldMk cId="1825623105" sldId="614"/>
            <ac:spMk id="2" creationId="{1E52A67C-484D-41DA-83C6-C801C089263D}"/>
          </ac:spMkLst>
        </pc:spChg>
        <pc:spChg chg="mod">
          <ac:chgData name="최지훈(산업경영공학과)" userId="f10e4a28-cc96-4aa6-a477-606261d4ea34" providerId="ADAL" clId="{E1BDFF36-D31A-4435-9114-39F6A8210863}" dt="2026-05-29T10:24:47.416" v="12435" actId="20577"/>
          <ac:spMkLst>
            <pc:docMk/>
            <pc:sldMk cId="1825623105" sldId="614"/>
            <ac:spMk id="4" creationId="{970E31FB-0669-0949-5BE3-7BD44FD1EB48}"/>
          </ac:spMkLst>
        </pc:spChg>
        <pc:spChg chg="add del mod">
          <ac:chgData name="최지훈(산업경영공학과)" userId="f10e4a28-cc96-4aa6-a477-606261d4ea34" providerId="ADAL" clId="{E1BDFF36-D31A-4435-9114-39F6A8210863}" dt="2026-05-29T10:27:53.390" v="12443" actId="478"/>
          <ac:spMkLst>
            <pc:docMk/>
            <pc:sldMk cId="1825623105" sldId="614"/>
            <ac:spMk id="5" creationId="{42060DA7-1DEF-91AF-F2FB-D885CDB0DBEF}"/>
          </ac:spMkLst>
        </pc:spChg>
        <pc:spChg chg="del mod">
          <ac:chgData name="최지훈(산업경영공학과)" userId="f10e4a28-cc96-4aa6-a477-606261d4ea34" providerId="ADAL" clId="{E1BDFF36-D31A-4435-9114-39F6A8210863}" dt="2026-05-28T17:15:13.997" v="1581"/>
          <ac:spMkLst>
            <pc:docMk/>
            <pc:sldMk cId="1825623105" sldId="614"/>
            <ac:spMk id="5" creationId="{6EF155E8-BC91-F1DA-1255-172C160CCC6F}"/>
          </ac:spMkLst>
        </pc:spChg>
        <pc:spChg chg="add mod">
          <ac:chgData name="최지훈(산업경영공학과)" userId="f10e4a28-cc96-4aa6-a477-606261d4ea34" providerId="ADAL" clId="{E1BDFF36-D31A-4435-9114-39F6A8210863}" dt="2026-05-29T10:51:04.685" v="13247" actId="20577"/>
          <ac:spMkLst>
            <pc:docMk/>
            <pc:sldMk cId="1825623105" sldId="614"/>
            <ac:spMk id="7" creationId="{BA80F9C0-9607-791B-AD62-A18F5D303D3F}"/>
          </ac:spMkLst>
        </pc:spChg>
        <pc:spChg chg="add del mod">
          <ac:chgData name="최지훈(산업경영공학과)" userId="f10e4a28-cc96-4aa6-a477-606261d4ea34" providerId="ADAL" clId="{E1BDFF36-D31A-4435-9114-39F6A8210863}" dt="2026-05-29T10:53:10.711" v="13255" actId="478"/>
          <ac:spMkLst>
            <pc:docMk/>
            <pc:sldMk cId="1825623105" sldId="614"/>
            <ac:spMk id="11" creationId="{CEB2710D-BEBF-FD05-ACF3-CA4B02ABF908}"/>
          </ac:spMkLst>
        </pc:spChg>
        <pc:picChg chg="add del mod ord">
          <ac:chgData name="최지훈(산업경영공학과)" userId="f10e4a28-cc96-4aa6-a477-606261d4ea34" providerId="ADAL" clId="{E1BDFF36-D31A-4435-9114-39F6A8210863}" dt="2026-05-29T10:53:10.711" v="13255" actId="478"/>
          <ac:picMkLst>
            <pc:docMk/>
            <pc:sldMk cId="1825623105" sldId="614"/>
            <ac:picMk id="6" creationId="{ED8BFFBB-878A-EE7C-8F55-17D1B6BE72AA}"/>
          </ac:picMkLst>
        </pc:picChg>
        <pc:picChg chg="add mod">
          <ac:chgData name="최지훈(산업경영공학과)" userId="f10e4a28-cc96-4aa6-a477-606261d4ea34" providerId="ADAL" clId="{E1BDFF36-D31A-4435-9114-39F6A8210863}" dt="2026-05-29T10:27:56.887" v="12445" actId="1076"/>
          <ac:picMkLst>
            <pc:docMk/>
            <pc:sldMk cId="1825623105" sldId="614"/>
            <ac:picMk id="9" creationId="{302022A1-F1A6-3BC3-5352-3D230EAC69BB}"/>
          </ac:picMkLst>
        </pc:picChg>
      </pc:sldChg>
      <pc:sldChg chg="addSp delSp modSp add del mod">
        <pc:chgData name="최지훈(산업경영공학과)" userId="f10e4a28-cc96-4aa6-a477-606261d4ea34" providerId="ADAL" clId="{E1BDFF36-D31A-4435-9114-39F6A8210863}" dt="2026-05-29T10:28:20.718" v="12448" actId="47"/>
        <pc:sldMkLst>
          <pc:docMk/>
          <pc:sldMk cId="917138547" sldId="615"/>
        </pc:sldMkLst>
        <pc:spChg chg="add del mod">
          <ac:chgData name="최지훈(산업경영공학과)" userId="f10e4a28-cc96-4aa6-a477-606261d4ea34" providerId="ADAL" clId="{E1BDFF36-D31A-4435-9114-39F6A8210863}" dt="2026-05-28T17:20:52.872" v="1597" actId="478"/>
          <ac:spMkLst>
            <pc:docMk/>
            <pc:sldMk cId="917138547" sldId="615"/>
            <ac:spMk id="5" creationId="{EE3A84CA-0B25-F7C7-1A52-2D2B39AF559F}"/>
          </ac:spMkLst>
        </pc:spChg>
        <pc:spChg chg="mod">
          <ac:chgData name="최지훈(산업경영공학과)" userId="f10e4a28-cc96-4aa6-a477-606261d4ea34" providerId="ADAL" clId="{E1BDFF36-D31A-4435-9114-39F6A8210863}" dt="2026-05-28T17:20:56.047" v="1598"/>
          <ac:spMkLst>
            <pc:docMk/>
            <pc:sldMk cId="917138547" sldId="615"/>
            <ac:spMk id="7" creationId="{1EE94DE3-1368-A6A2-FB04-8EE867F3D786}"/>
          </ac:spMkLst>
        </pc:spChg>
        <pc:picChg chg="del">
          <ac:chgData name="최지훈(산업경영공학과)" userId="f10e4a28-cc96-4aa6-a477-606261d4ea34" providerId="ADAL" clId="{E1BDFF36-D31A-4435-9114-39F6A8210863}" dt="2026-05-28T17:20:48.648" v="1593" actId="478"/>
          <ac:picMkLst>
            <pc:docMk/>
            <pc:sldMk cId="917138547" sldId="615"/>
            <ac:picMk id="6" creationId="{B7B66091-A857-1752-33F1-FC64D3E5C303}"/>
          </ac:picMkLst>
        </pc:picChg>
        <pc:picChg chg="add mod">
          <ac:chgData name="최지훈(산업경영공학과)" userId="f10e4a28-cc96-4aa6-a477-606261d4ea34" providerId="ADAL" clId="{E1BDFF36-D31A-4435-9114-39F6A8210863}" dt="2026-05-29T10:28:17.863" v="12447" actId="1076"/>
          <ac:picMkLst>
            <pc:docMk/>
            <pc:sldMk cId="917138547" sldId="615"/>
            <ac:picMk id="8" creationId="{11E2FF31-AA89-8D8F-3572-A0D86C58A91C}"/>
          </ac:picMkLst>
        </pc:picChg>
      </pc:sldChg>
      <pc:sldChg chg="addSp delSp modSp add mod ord">
        <pc:chgData name="최지훈(산업경영공학과)" userId="f10e4a28-cc96-4aa6-a477-606261d4ea34" providerId="ADAL" clId="{E1BDFF36-D31A-4435-9114-39F6A8210863}" dt="2026-05-29T10:51:12.106" v="13249"/>
        <pc:sldMkLst>
          <pc:docMk/>
          <pc:sldMk cId="2151773878" sldId="616"/>
        </pc:sldMkLst>
        <pc:spChg chg="mod">
          <ac:chgData name="최지훈(산업경영공학과)" userId="f10e4a28-cc96-4aa6-a477-606261d4ea34" providerId="ADAL" clId="{E1BDFF36-D31A-4435-9114-39F6A8210863}" dt="2026-05-29T10:43:17.979" v="13147" actId="20577"/>
          <ac:spMkLst>
            <pc:docMk/>
            <pc:sldMk cId="2151773878" sldId="616"/>
            <ac:spMk id="7" creationId="{D351002B-3648-9689-9002-FEBAFA169414}"/>
          </ac:spMkLst>
        </pc:spChg>
        <pc:picChg chg="add mod">
          <ac:chgData name="최지훈(산업경영공학과)" userId="f10e4a28-cc96-4aa6-a477-606261d4ea34" providerId="ADAL" clId="{E1BDFF36-D31A-4435-9114-39F6A8210863}" dt="2026-05-29T10:43:19.805" v="13148" actId="1076"/>
          <ac:picMkLst>
            <pc:docMk/>
            <pc:sldMk cId="2151773878" sldId="616"/>
            <ac:picMk id="3" creationId="{205000CF-79D4-0826-217F-1F2EA0B3FCC4}"/>
          </ac:picMkLst>
        </pc:picChg>
        <pc:picChg chg="del">
          <ac:chgData name="최지훈(산업경영공학과)" userId="f10e4a28-cc96-4aa6-a477-606261d4ea34" providerId="ADAL" clId="{E1BDFF36-D31A-4435-9114-39F6A8210863}" dt="2026-05-28T17:22:50.860" v="1600" actId="478"/>
          <ac:picMkLst>
            <pc:docMk/>
            <pc:sldMk cId="2151773878" sldId="616"/>
            <ac:picMk id="8" creationId="{F8E748ED-F885-AC70-DEB5-5FE916E4D08A}"/>
          </ac:picMkLst>
        </pc:picChg>
      </pc:sldChg>
      <pc:sldChg chg="modSp add del mod">
        <pc:chgData name="최지훈(산업경영공학과)" userId="f10e4a28-cc96-4aa6-a477-606261d4ea34" providerId="ADAL" clId="{E1BDFF36-D31A-4435-9114-39F6A8210863}" dt="2026-05-29T07:51:15.931" v="6457" actId="47"/>
        <pc:sldMkLst>
          <pc:docMk/>
          <pc:sldMk cId="2969338724" sldId="617"/>
        </pc:sldMkLst>
        <pc:spChg chg="mod">
          <ac:chgData name="최지훈(산업경영공학과)" userId="f10e4a28-cc96-4aa6-a477-606261d4ea34" providerId="ADAL" clId="{E1BDFF36-D31A-4435-9114-39F6A8210863}" dt="2026-05-29T06:31:05.590" v="1624" actId="20577"/>
          <ac:spMkLst>
            <pc:docMk/>
            <pc:sldMk cId="2969338724" sldId="617"/>
            <ac:spMk id="2" creationId="{35D61192-D492-9E39-5CA8-8071551ABE13}"/>
          </ac:spMkLst>
        </pc:spChg>
      </pc:sldChg>
      <pc:sldChg chg="addSp delSp modSp add mod">
        <pc:chgData name="최지훈(산업경영공학과)" userId="f10e4a28-cc96-4aa6-a477-606261d4ea34" providerId="ADAL" clId="{E1BDFF36-D31A-4435-9114-39F6A8210863}" dt="2026-05-29T09:16:55.951" v="8357" actId="20577"/>
        <pc:sldMkLst>
          <pc:docMk/>
          <pc:sldMk cId="189116828" sldId="618"/>
        </pc:sldMkLst>
        <pc:spChg chg="mod">
          <ac:chgData name="최지훈(산업경영공학과)" userId="f10e4a28-cc96-4aa6-a477-606261d4ea34" providerId="ADAL" clId="{E1BDFF36-D31A-4435-9114-39F6A8210863}" dt="2026-05-29T06:34:50.393" v="1851" actId="20577"/>
          <ac:spMkLst>
            <pc:docMk/>
            <pc:sldMk cId="189116828" sldId="618"/>
            <ac:spMk id="2" creationId="{5A2AF9C4-071B-96AE-C6B6-860DAE6C04D4}"/>
          </ac:spMkLst>
        </pc:spChg>
        <pc:spChg chg="mod">
          <ac:chgData name="최지훈(산업경영공학과)" userId="f10e4a28-cc96-4aa6-a477-606261d4ea34" providerId="ADAL" clId="{E1BDFF36-D31A-4435-9114-39F6A8210863}" dt="2026-05-29T09:16:55.951" v="8357" actId="20577"/>
          <ac:spMkLst>
            <pc:docMk/>
            <pc:sldMk cId="189116828" sldId="618"/>
            <ac:spMk id="4" creationId="{A5EA8F57-F6E0-7545-FB99-6E2247CEBBED}"/>
          </ac:spMkLst>
        </pc:spChg>
        <pc:spChg chg="add del mod">
          <ac:chgData name="최지훈(산업경영공학과)" userId="f10e4a28-cc96-4aa6-a477-606261d4ea34" providerId="ADAL" clId="{E1BDFF36-D31A-4435-9114-39F6A8210863}" dt="2026-05-29T06:38:24.722" v="2134" actId="20577"/>
          <ac:spMkLst>
            <pc:docMk/>
            <pc:sldMk cId="189116828" sldId="618"/>
            <ac:spMk id="5" creationId="{F41525D3-689C-32DC-1FFD-184B3E6D089A}"/>
          </ac:spMkLst>
        </pc:spChg>
        <pc:spChg chg="add del">
          <ac:chgData name="최지훈(산업경영공학과)" userId="f10e4a28-cc96-4aa6-a477-606261d4ea34" providerId="ADAL" clId="{E1BDFF36-D31A-4435-9114-39F6A8210863}" dt="2026-05-29T06:31:58.128" v="1817" actId="478"/>
          <ac:spMkLst>
            <pc:docMk/>
            <pc:sldMk cId="189116828" sldId="618"/>
            <ac:spMk id="6" creationId="{79E04307-8D41-0A43-F4C7-61EC7BEC9052}"/>
          </ac:spMkLst>
        </pc:spChg>
        <pc:spChg chg="add del">
          <ac:chgData name="최지훈(산업경영공학과)" userId="f10e4a28-cc96-4aa6-a477-606261d4ea34" providerId="ADAL" clId="{E1BDFF36-D31A-4435-9114-39F6A8210863}" dt="2026-05-29T06:31:58.128" v="1817" actId="478"/>
          <ac:spMkLst>
            <pc:docMk/>
            <pc:sldMk cId="189116828" sldId="618"/>
            <ac:spMk id="8" creationId="{9CA2A4B7-5CD9-FFEE-35DE-2F51EEC61756}"/>
          </ac:spMkLst>
        </pc:spChg>
        <pc:spChg chg="add del">
          <ac:chgData name="최지훈(산업경영공학과)" userId="f10e4a28-cc96-4aa6-a477-606261d4ea34" providerId="ADAL" clId="{E1BDFF36-D31A-4435-9114-39F6A8210863}" dt="2026-05-29T06:31:58.128" v="1817" actId="478"/>
          <ac:spMkLst>
            <pc:docMk/>
            <pc:sldMk cId="189116828" sldId="618"/>
            <ac:spMk id="15" creationId="{ABDF9FF2-0656-4F12-1F75-EE4CEE7717D2}"/>
          </ac:spMkLst>
        </pc:spChg>
        <pc:spChg chg="add del">
          <ac:chgData name="최지훈(산업경영공학과)" userId="f10e4a28-cc96-4aa6-a477-606261d4ea34" providerId="ADAL" clId="{E1BDFF36-D31A-4435-9114-39F6A8210863}" dt="2026-05-29T06:31:58.128" v="1817" actId="478"/>
          <ac:spMkLst>
            <pc:docMk/>
            <pc:sldMk cId="189116828" sldId="618"/>
            <ac:spMk id="16" creationId="{677B4539-57A4-0F8A-C202-EF4A2843C147}"/>
          </ac:spMkLst>
        </pc:spChg>
        <pc:spChg chg="add del">
          <ac:chgData name="최지훈(산업경영공학과)" userId="f10e4a28-cc96-4aa6-a477-606261d4ea34" providerId="ADAL" clId="{E1BDFF36-D31A-4435-9114-39F6A8210863}" dt="2026-05-29T06:31:58.128" v="1817" actId="478"/>
          <ac:spMkLst>
            <pc:docMk/>
            <pc:sldMk cId="189116828" sldId="618"/>
            <ac:spMk id="17" creationId="{C2EDB89F-6F77-0DA0-ADD9-7C9928E45F24}"/>
          </ac:spMkLst>
        </pc:spChg>
        <pc:spChg chg="add del">
          <ac:chgData name="최지훈(산업경영공학과)" userId="f10e4a28-cc96-4aa6-a477-606261d4ea34" providerId="ADAL" clId="{E1BDFF36-D31A-4435-9114-39F6A8210863}" dt="2026-05-29T06:31:58.128" v="1817" actId="478"/>
          <ac:spMkLst>
            <pc:docMk/>
            <pc:sldMk cId="189116828" sldId="618"/>
            <ac:spMk id="19" creationId="{D6D4DFDD-8D67-D999-4656-D114078CF523}"/>
          </ac:spMkLst>
        </pc:spChg>
        <pc:picChg chg="del mod">
          <ac:chgData name="최지훈(산업경영공학과)" userId="f10e4a28-cc96-4aa6-a477-606261d4ea34" providerId="ADAL" clId="{E1BDFF36-D31A-4435-9114-39F6A8210863}" dt="2026-05-29T06:38:04.024" v="1993" actId="478"/>
          <ac:picMkLst>
            <pc:docMk/>
            <pc:sldMk cId="189116828" sldId="618"/>
            <ac:picMk id="3" creationId="{18A54128-D2AE-0C72-F48E-8657197C3F49}"/>
          </ac:picMkLst>
        </pc:picChg>
        <pc:picChg chg="mod">
          <ac:chgData name="최지훈(산업경영공학과)" userId="f10e4a28-cc96-4aa6-a477-606261d4ea34" providerId="ADAL" clId="{E1BDFF36-D31A-4435-9114-39F6A8210863}" dt="2026-05-29T06:38:33.578" v="2135" actId="1076"/>
          <ac:picMkLst>
            <pc:docMk/>
            <pc:sldMk cId="189116828" sldId="618"/>
            <ac:picMk id="7" creationId="{BC1C298B-B09C-49C5-CF6C-44EDBA73C945}"/>
          </ac:picMkLst>
        </pc:picChg>
        <pc:cxnChg chg="del">
          <ac:chgData name="최지훈(산업경영공학과)" userId="f10e4a28-cc96-4aa6-a477-606261d4ea34" providerId="ADAL" clId="{E1BDFF36-D31A-4435-9114-39F6A8210863}" dt="2026-05-29T06:31:58.128" v="1817" actId="478"/>
          <ac:cxnSpMkLst>
            <pc:docMk/>
            <pc:sldMk cId="189116828" sldId="618"/>
            <ac:cxnSpMk id="10" creationId="{8E2FD826-85A1-5706-41A6-2EE19EA3B9DB}"/>
          </ac:cxnSpMkLst>
        </pc:cxnChg>
        <pc:cxnChg chg="add del mod">
          <ac:chgData name="최지훈(산업경영공학과)" userId="f10e4a28-cc96-4aa6-a477-606261d4ea34" providerId="ADAL" clId="{E1BDFF36-D31A-4435-9114-39F6A8210863}" dt="2026-05-29T06:31:58.128" v="1817" actId="478"/>
          <ac:cxnSpMkLst>
            <pc:docMk/>
            <pc:sldMk cId="189116828" sldId="618"/>
            <ac:cxnSpMk id="22" creationId="{7EEBA20B-7D34-9CC9-A218-B05B64974777}"/>
          </ac:cxnSpMkLst>
        </pc:cxnChg>
        <pc:cxnChg chg="add del mod">
          <ac:chgData name="최지훈(산업경영공학과)" userId="f10e4a28-cc96-4aa6-a477-606261d4ea34" providerId="ADAL" clId="{E1BDFF36-D31A-4435-9114-39F6A8210863}" dt="2026-05-29T06:31:58.128" v="1817" actId="478"/>
          <ac:cxnSpMkLst>
            <pc:docMk/>
            <pc:sldMk cId="189116828" sldId="618"/>
            <ac:cxnSpMk id="27" creationId="{E2371DAC-ECB2-B546-2C2E-9FE29197DC74}"/>
          </ac:cxnSpMkLst>
        </pc:cxnChg>
        <pc:cxnChg chg="add del mod">
          <ac:chgData name="최지훈(산업경영공학과)" userId="f10e4a28-cc96-4aa6-a477-606261d4ea34" providerId="ADAL" clId="{E1BDFF36-D31A-4435-9114-39F6A8210863}" dt="2026-05-29T06:31:58.128" v="1817" actId="478"/>
          <ac:cxnSpMkLst>
            <pc:docMk/>
            <pc:sldMk cId="189116828" sldId="618"/>
            <ac:cxnSpMk id="32" creationId="{8727B569-A184-9114-CC5A-0698C222A7AD}"/>
          </ac:cxnSpMkLst>
        </pc:cxnChg>
      </pc:sldChg>
      <pc:sldChg chg="addSp delSp modSp add mod">
        <pc:chgData name="최지훈(산업경영공학과)" userId="f10e4a28-cc96-4aa6-a477-606261d4ea34" providerId="ADAL" clId="{E1BDFF36-D31A-4435-9114-39F6A8210863}" dt="2026-05-29T09:16:58.391" v="8359" actId="20577"/>
        <pc:sldMkLst>
          <pc:docMk/>
          <pc:sldMk cId="1108554847" sldId="619"/>
        </pc:sldMkLst>
        <pc:spChg chg="mod">
          <ac:chgData name="최지훈(산업경영공학과)" userId="f10e4a28-cc96-4aa6-a477-606261d4ea34" providerId="ADAL" clId="{E1BDFF36-D31A-4435-9114-39F6A8210863}" dt="2026-05-29T06:41:40.067" v="2253" actId="20577"/>
          <ac:spMkLst>
            <pc:docMk/>
            <pc:sldMk cId="1108554847" sldId="619"/>
            <ac:spMk id="2" creationId="{E1E70A77-5BC4-0408-2DD1-0F99CDB90D37}"/>
          </ac:spMkLst>
        </pc:spChg>
        <pc:spChg chg="add mod">
          <ac:chgData name="최지훈(산업경영공학과)" userId="f10e4a28-cc96-4aa6-a477-606261d4ea34" providerId="ADAL" clId="{E1BDFF36-D31A-4435-9114-39F6A8210863}" dt="2026-05-29T06:48:23.094" v="2633" actId="1076"/>
          <ac:spMkLst>
            <pc:docMk/>
            <pc:sldMk cId="1108554847" sldId="619"/>
            <ac:spMk id="3" creationId="{81A3F67C-F866-8C82-9365-4D0C8B1EF167}"/>
          </ac:spMkLst>
        </pc:spChg>
        <pc:spChg chg="mod">
          <ac:chgData name="최지훈(산업경영공학과)" userId="f10e4a28-cc96-4aa6-a477-606261d4ea34" providerId="ADAL" clId="{E1BDFF36-D31A-4435-9114-39F6A8210863}" dt="2026-05-29T09:16:58.391" v="8359" actId="20577"/>
          <ac:spMkLst>
            <pc:docMk/>
            <pc:sldMk cId="1108554847" sldId="619"/>
            <ac:spMk id="4" creationId="{127F07DC-F8C7-0CE5-FEAE-191CF8F02682}"/>
          </ac:spMkLst>
        </pc:spChg>
        <pc:spChg chg="mod">
          <ac:chgData name="최지훈(산업경영공학과)" userId="f10e4a28-cc96-4aa6-a477-606261d4ea34" providerId="ADAL" clId="{E1BDFF36-D31A-4435-9114-39F6A8210863}" dt="2026-05-29T06:44:01.907" v="2449" actId="15"/>
          <ac:spMkLst>
            <pc:docMk/>
            <pc:sldMk cId="1108554847" sldId="619"/>
            <ac:spMk id="5" creationId="{E6764B0D-0407-7072-9884-798FD336A285}"/>
          </ac:spMkLst>
        </pc:spChg>
        <pc:spChg chg="add mod">
          <ac:chgData name="최지훈(산업경영공학과)" userId="f10e4a28-cc96-4aa6-a477-606261d4ea34" providerId="ADAL" clId="{E1BDFF36-D31A-4435-9114-39F6A8210863}" dt="2026-05-29T06:48:23.094" v="2633" actId="1076"/>
          <ac:spMkLst>
            <pc:docMk/>
            <pc:sldMk cId="1108554847" sldId="619"/>
            <ac:spMk id="6" creationId="{4C6F8C0A-5FC6-CD75-EA31-5A4285913D90}"/>
          </ac:spMkLst>
        </pc:spChg>
        <pc:spChg chg="add mod">
          <ac:chgData name="최지훈(산업경영공학과)" userId="f10e4a28-cc96-4aa6-a477-606261d4ea34" providerId="ADAL" clId="{E1BDFF36-D31A-4435-9114-39F6A8210863}" dt="2026-05-29T06:48:23.094" v="2633" actId="1076"/>
          <ac:spMkLst>
            <pc:docMk/>
            <pc:sldMk cId="1108554847" sldId="619"/>
            <ac:spMk id="8" creationId="{99E80653-D781-204B-411F-8CF7140A39F0}"/>
          </ac:spMkLst>
        </pc:spChg>
        <pc:spChg chg="add mod">
          <ac:chgData name="최지훈(산업경영공학과)" userId="f10e4a28-cc96-4aa6-a477-606261d4ea34" providerId="ADAL" clId="{E1BDFF36-D31A-4435-9114-39F6A8210863}" dt="2026-05-29T06:48:23.094" v="2633" actId="1076"/>
          <ac:spMkLst>
            <pc:docMk/>
            <pc:sldMk cId="1108554847" sldId="619"/>
            <ac:spMk id="9" creationId="{AD0B04A7-A11D-8004-1EB6-4664F99A971C}"/>
          </ac:spMkLst>
        </pc:spChg>
        <pc:spChg chg="add mod">
          <ac:chgData name="최지훈(산업경영공학과)" userId="f10e4a28-cc96-4aa6-a477-606261d4ea34" providerId="ADAL" clId="{E1BDFF36-D31A-4435-9114-39F6A8210863}" dt="2026-05-29T06:49:22.697" v="2657" actId="1076"/>
          <ac:spMkLst>
            <pc:docMk/>
            <pc:sldMk cId="1108554847" sldId="619"/>
            <ac:spMk id="10" creationId="{2E992FC0-846F-A741-9DE5-51FB008F769A}"/>
          </ac:spMkLst>
        </pc:spChg>
        <pc:spChg chg="add mod">
          <ac:chgData name="최지훈(산업경영공학과)" userId="f10e4a28-cc96-4aa6-a477-606261d4ea34" providerId="ADAL" clId="{E1BDFF36-D31A-4435-9114-39F6A8210863}" dt="2026-05-29T06:49:32.490" v="2668" actId="20577"/>
          <ac:spMkLst>
            <pc:docMk/>
            <pc:sldMk cId="1108554847" sldId="619"/>
            <ac:spMk id="11" creationId="{7D3432AE-0522-D28C-2BB9-75DA4D6621D7}"/>
          </ac:spMkLst>
        </pc:spChg>
        <pc:spChg chg="add mod">
          <ac:chgData name="최지훈(산업경영공학과)" userId="f10e4a28-cc96-4aa6-a477-606261d4ea34" providerId="ADAL" clId="{E1BDFF36-D31A-4435-9114-39F6A8210863}" dt="2026-05-29T06:49:08.591" v="2655" actId="1076"/>
          <ac:spMkLst>
            <pc:docMk/>
            <pc:sldMk cId="1108554847" sldId="619"/>
            <ac:spMk id="12" creationId="{A18F5677-AFB3-1AE6-90BA-84174821F951}"/>
          </ac:spMkLst>
        </pc:spChg>
        <pc:spChg chg="add mod">
          <ac:chgData name="최지훈(산업경영공학과)" userId="f10e4a28-cc96-4aa6-a477-606261d4ea34" providerId="ADAL" clId="{E1BDFF36-D31A-4435-9114-39F6A8210863}" dt="2026-05-29T06:50:17.313" v="2681" actId="1582"/>
          <ac:spMkLst>
            <pc:docMk/>
            <pc:sldMk cId="1108554847" sldId="619"/>
            <ac:spMk id="29" creationId="{69D24785-E627-3658-6B4E-FA72CAC24F9C}"/>
          </ac:spMkLst>
        </pc:spChg>
        <pc:spChg chg="add mod">
          <ac:chgData name="최지훈(산업경영공학과)" userId="f10e4a28-cc96-4aa6-a477-606261d4ea34" providerId="ADAL" clId="{E1BDFF36-D31A-4435-9114-39F6A8210863}" dt="2026-05-29T06:50:31.970" v="2714" actId="1076"/>
          <ac:spMkLst>
            <pc:docMk/>
            <pc:sldMk cId="1108554847" sldId="619"/>
            <ac:spMk id="30" creationId="{1B321107-A3BC-5E93-9011-9DB1AE7F56B4}"/>
          </ac:spMkLst>
        </pc:spChg>
        <pc:spChg chg="add mod">
          <ac:chgData name="최지훈(산업경영공학과)" userId="f10e4a28-cc96-4aa6-a477-606261d4ea34" providerId="ADAL" clId="{E1BDFF36-D31A-4435-9114-39F6A8210863}" dt="2026-05-29T06:58:27.878" v="2830" actId="1076"/>
          <ac:spMkLst>
            <pc:docMk/>
            <pc:sldMk cId="1108554847" sldId="619"/>
            <ac:spMk id="31" creationId="{13660A6A-B61D-A8AB-5F9C-49A523BBEF84}"/>
          </ac:spMkLst>
        </pc:spChg>
        <pc:picChg chg="del">
          <ac:chgData name="최지훈(산업경영공학과)" userId="f10e4a28-cc96-4aa6-a477-606261d4ea34" providerId="ADAL" clId="{E1BDFF36-D31A-4435-9114-39F6A8210863}" dt="2026-05-29T06:38:50.126" v="2228" actId="478"/>
          <ac:picMkLst>
            <pc:docMk/>
            <pc:sldMk cId="1108554847" sldId="619"/>
            <ac:picMk id="7" creationId="{652DAFC8-83FA-B98B-C0AA-9C6D72A5B795}"/>
          </ac:picMkLst>
        </pc:picChg>
        <pc:cxnChg chg="add mod">
          <ac:chgData name="최지훈(산업경영공학과)" userId="f10e4a28-cc96-4aa6-a477-606261d4ea34" providerId="ADAL" clId="{E1BDFF36-D31A-4435-9114-39F6A8210863}" dt="2026-05-29T06:49:08.591" v="2655" actId="1076"/>
          <ac:cxnSpMkLst>
            <pc:docMk/>
            <pc:sldMk cId="1108554847" sldId="619"/>
            <ac:cxnSpMk id="14" creationId="{224B70EC-4AAB-E00E-89BA-D115E0E327CE}"/>
          </ac:cxnSpMkLst>
        </pc:cxnChg>
        <pc:cxnChg chg="add mod">
          <ac:chgData name="최지훈(산업경영공학과)" userId="f10e4a28-cc96-4aa6-a477-606261d4ea34" providerId="ADAL" clId="{E1BDFF36-D31A-4435-9114-39F6A8210863}" dt="2026-05-29T06:49:22.697" v="2657" actId="1076"/>
          <ac:cxnSpMkLst>
            <pc:docMk/>
            <pc:sldMk cId="1108554847" sldId="619"/>
            <ac:cxnSpMk id="18" creationId="{9D144EF4-D8DE-F5DA-F55C-5F734386DD72}"/>
          </ac:cxnSpMkLst>
        </pc:cxnChg>
        <pc:cxnChg chg="add mod">
          <ac:chgData name="최지훈(산업경영공학과)" userId="f10e4a28-cc96-4aa6-a477-606261d4ea34" providerId="ADAL" clId="{E1BDFF36-D31A-4435-9114-39F6A8210863}" dt="2026-05-29T06:49:32.490" v="2668" actId="20577"/>
          <ac:cxnSpMkLst>
            <pc:docMk/>
            <pc:sldMk cId="1108554847" sldId="619"/>
            <ac:cxnSpMk id="26" creationId="{E2CA5EA1-C1AA-E05C-1797-F39AF30C113C}"/>
          </ac:cxnSpMkLst>
        </pc:cxnChg>
      </pc:sldChg>
      <pc:sldChg chg="addSp delSp modSp add mod">
        <pc:chgData name="최지훈(산업경영공학과)" userId="f10e4a28-cc96-4aa6-a477-606261d4ea34" providerId="ADAL" clId="{E1BDFF36-D31A-4435-9114-39F6A8210863}" dt="2026-05-29T09:17:02.378" v="8361" actId="20577"/>
        <pc:sldMkLst>
          <pc:docMk/>
          <pc:sldMk cId="2569817320" sldId="620"/>
        </pc:sldMkLst>
        <pc:spChg chg="mod">
          <ac:chgData name="최지훈(산업경영공학과)" userId="f10e4a28-cc96-4aa6-a477-606261d4ea34" providerId="ADAL" clId="{E1BDFF36-D31A-4435-9114-39F6A8210863}" dt="2026-05-29T06:58:05.997" v="2738" actId="20577"/>
          <ac:spMkLst>
            <pc:docMk/>
            <pc:sldMk cId="2569817320" sldId="620"/>
            <ac:spMk id="2" creationId="{D55A8CE2-EAA3-0D64-BC83-B72162C9EE4A}"/>
          </ac:spMkLst>
        </pc:spChg>
        <pc:spChg chg="mod">
          <ac:chgData name="최지훈(산업경영공학과)" userId="f10e4a28-cc96-4aa6-a477-606261d4ea34" providerId="ADAL" clId="{E1BDFF36-D31A-4435-9114-39F6A8210863}" dt="2026-05-29T07:00:59.342" v="2979" actId="164"/>
          <ac:spMkLst>
            <pc:docMk/>
            <pc:sldMk cId="2569817320" sldId="620"/>
            <ac:spMk id="3" creationId="{EEAFE6A9-BCA8-FC05-4893-54883E033B0E}"/>
          </ac:spMkLst>
        </pc:spChg>
        <pc:spChg chg="mod">
          <ac:chgData name="최지훈(산업경영공학과)" userId="f10e4a28-cc96-4aa6-a477-606261d4ea34" providerId="ADAL" clId="{E1BDFF36-D31A-4435-9114-39F6A8210863}" dt="2026-05-29T09:17:02.378" v="8361" actId="20577"/>
          <ac:spMkLst>
            <pc:docMk/>
            <pc:sldMk cId="2569817320" sldId="620"/>
            <ac:spMk id="4" creationId="{E54B6685-1515-AB4C-6503-5EFCFF8C25C2}"/>
          </ac:spMkLst>
        </pc:spChg>
        <pc:spChg chg="mod">
          <ac:chgData name="최지훈(산업경영공학과)" userId="f10e4a28-cc96-4aa6-a477-606261d4ea34" providerId="ADAL" clId="{E1BDFF36-D31A-4435-9114-39F6A8210863}" dt="2026-05-29T07:06:15.406" v="3444" actId="20577"/>
          <ac:spMkLst>
            <pc:docMk/>
            <pc:sldMk cId="2569817320" sldId="620"/>
            <ac:spMk id="5" creationId="{BD16FDFA-19E6-BD7D-DCDD-38BA8ED00F2B}"/>
          </ac:spMkLst>
        </pc:spChg>
        <pc:spChg chg="mod">
          <ac:chgData name="최지훈(산업경영공학과)" userId="f10e4a28-cc96-4aa6-a477-606261d4ea34" providerId="ADAL" clId="{E1BDFF36-D31A-4435-9114-39F6A8210863}" dt="2026-05-29T07:00:59.342" v="2979" actId="164"/>
          <ac:spMkLst>
            <pc:docMk/>
            <pc:sldMk cId="2569817320" sldId="620"/>
            <ac:spMk id="6" creationId="{E078EA1C-6B2F-205E-616D-E50C5C30A15E}"/>
          </ac:spMkLst>
        </pc:spChg>
        <pc:spChg chg="mod">
          <ac:chgData name="최지훈(산업경영공학과)" userId="f10e4a28-cc96-4aa6-a477-606261d4ea34" providerId="ADAL" clId="{E1BDFF36-D31A-4435-9114-39F6A8210863}" dt="2026-05-29T07:00:59.342" v="2979" actId="164"/>
          <ac:spMkLst>
            <pc:docMk/>
            <pc:sldMk cId="2569817320" sldId="620"/>
            <ac:spMk id="8" creationId="{C682DDB6-0115-E5BD-7297-3A451CF5CAEB}"/>
          </ac:spMkLst>
        </pc:spChg>
        <pc:spChg chg="mod">
          <ac:chgData name="최지훈(산업경영공학과)" userId="f10e4a28-cc96-4aa6-a477-606261d4ea34" providerId="ADAL" clId="{E1BDFF36-D31A-4435-9114-39F6A8210863}" dt="2026-05-29T07:00:59.342" v="2979" actId="164"/>
          <ac:spMkLst>
            <pc:docMk/>
            <pc:sldMk cId="2569817320" sldId="620"/>
            <ac:spMk id="9" creationId="{DAD53F0F-25EA-CB2E-8D0D-5C183366A64D}"/>
          </ac:spMkLst>
        </pc:spChg>
        <pc:spChg chg="mod">
          <ac:chgData name="최지훈(산업경영공학과)" userId="f10e4a28-cc96-4aa6-a477-606261d4ea34" providerId="ADAL" clId="{E1BDFF36-D31A-4435-9114-39F6A8210863}" dt="2026-05-29T07:00:59.342" v="2979" actId="164"/>
          <ac:spMkLst>
            <pc:docMk/>
            <pc:sldMk cId="2569817320" sldId="620"/>
            <ac:spMk id="10" creationId="{5D5010CD-F96F-2DF3-CB22-53BFD56F9930}"/>
          </ac:spMkLst>
        </pc:spChg>
        <pc:spChg chg="mod">
          <ac:chgData name="최지훈(산업경영공학과)" userId="f10e4a28-cc96-4aa6-a477-606261d4ea34" providerId="ADAL" clId="{E1BDFF36-D31A-4435-9114-39F6A8210863}" dt="2026-05-29T07:00:59.342" v="2979" actId="164"/>
          <ac:spMkLst>
            <pc:docMk/>
            <pc:sldMk cId="2569817320" sldId="620"/>
            <ac:spMk id="11" creationId="{537BF2E5-92A2-1158-8F41-3E3461FC6631}"/>
          </ac:spMkLst>
        </pc:spChg>
        <pc:spChg chg="mod">
          <ac:chgData name="최지훈(산업경영공학과)" userId="f10e4a28-cc96-4aa6-a477-606261d4ea34" providerId="ADAL" clId="{E1BDFF36-D31A-4435-9114-39F6A8210863}" dt="2026-05-29T07:00:59.342" v="2979" actId="164"/>
          <ac:spMkLst>
            <pc:docMk/>
            <pc:sldMk cId="2569817320" sldId="620"/>
            <ac:spMk id="12" creationId="{721D5B7E-34E9-D1EF-0C08-8CD58FEB6376}"/>
          </ac:spMkLst>
        </pc:spChg>
        <pc:spChg chg="add del mod">
          <ac:chgData name="최지훈(산업경영공학과)" userId="f10e4a28-cc96-4aa6-a477-606261d4ea34" providerId="ADAL" clId="{E1BDFF36-D31A-4435-9114-39F6A8210863}" dt="2026-05-29T07:06:31.764" v="3447" actId="478"/>
          <ac:spMkLst>
            <pc:docMk/>
            <pc:sldMk cId="2569817320" sldId="620"/>
            <ac:spMk id="20" creationId="{476269E6-5DC5-4946-0452-6530EB31E7F6}"/>
          </ac:spMkLst>
        </pc:spChg>
        <pc:spChg chg="del mod">
          <ac:chgData name="최지훈(산업경영공학과)" userId="f10e4a28-cc96-4aa6-a477-606261d4ea34" providerId="ADAL" clId="{E1BDFF36-D31A-4435-9114-39F6A8210863}" dt="2026-05-29T07:02:21.677" v="3173" actId="478"/>
          <ac:spMkLst>
            <pc:docMk/>
            <pc:sldMk cId="2569817320" sldId="620"/>
            <ac:spMk id="29" creationId="{A6B2CEBF-7F77-06FF-8B58-8D1062694779}"/>
          </ac:spMkLst>
        </pc:spChg>
        <pc:spChg chg="del mod">
          <ac:chgData name="최지훈(산업경영공학과)" userId="f10e4a28-cc96-4aa6-a477-606261d4ea34" providerId="ADAL" clId="{E1BDFF36-D31A-4435-9114-39F6A8210863}" dt="2026-05-29T07:02:22.682" v="3174" actId="478"/>
          <ac:spMkLst>
            <pc:docMk/>
            <pc:sldMk cId="2569817320" sldId="620"/>
            <ac:spMk id="30" creationId="{4E5EE16C-D65E-7816-78FE-0F42BAF97253}"/>
          </ac:spMkLst>
        </pc:spChg>
        <pc:grpChg chg="add mod">
          <ac:chgData name="최지훈(산업경영공학과)" userId="f10e4a28-cc96-4aa6-a477-606261d4ea34" providerId="ADAL" clId="{E1BDFF36-D31A-4435-9114-39F6A8210863}" dt="2026-05-29T07:06:24.617" v="3445" actId="1076"/>
          <ac:grpSpMkLst>
            <pc:docMk/>
            <pc:sldMk cId="2569817320" sldId="620"/>
            <ac:grpSpMk id="15" creationId="{9C6E78E5-7175-535D-A5EB-F327F54631C3}"/>
          </ac:grpSpMkLst>
        </pc:grpChg>
        <pc:picChg chg="add mod">
          <ac:chgData name="최지훈(산업경영공학과)" userId="f10e4a28-cc96-4aa6-a477-606261d4ea34" providerId="ADAL" clId="{E1BDFF36-D31A-4435-9114-39F6A8210863}" dt="2026-05-29T07:01:28.571" v="3157" actId="1076"/>
          <ac:picMkLst>
            <pc:docMk/>
            <pc:sldMk cId="2569817320" sldId="620"/>
            <ac:picMk id="13" creationId="{39C300E1-D9C2-A9BB-D7B6-1F84184EA86C}"/>
          </ac:picMkLst>
        </pc:picChg>
        <pc:cxnChg chg="add mod">
          <ac:chgData name="최지훈(산업경영공학과)" userId="f10e4a28-cc96-4aa6-a477-606261d4ea34" providerId="ADAL" clId="{E1BDFF36-D31A-4435-9114-39F6A8210863}" dt="2026-05-29T07:01:46.012" v="3161" actId="1076"/>
          <ac:cxnSpMkLst>
            <pc:docMk/>
            <pc:sldMk cId="2569817320" sldId="620"/>
            <ac:cxnSpMk id="17" creationId="{B997CAE1-0B24-9005-2E61-68ECEBD524E8}"/>
          </ac:cxnSpMkLst>
        </pc:cxnChg>
        <pc:cxnChg chg="add mod">
          <ac:chgData name="최지훈(산업경영공학과)" userId="f10e4a28-cc96-4aa6-a477-606261d4ea34" providerId="ADAL" clId="{E1BDFF36-D31A-4435-9114-39F6A8210863}" dt="2026-05-29T07:01:50.733" v="3163" actId="1076"/>
          <ac:cxnSpMkLst>
            <pc:docMk/>
            <pc:sldMk cId="2569817320" sldId="620"/>
            <ac:cxnSpMk id="19" creationId="{4E7D5482-85A6-B585-7568-CDA0DE6D888B}"/>
          </ac:cxnSpMkLst>
        </pc:cxnChg>
      </pc:sldChg>
      <pc:sldChg chg="addSp delSp modSp add mod">
        <pc:chgData name="최지훈(산업경영공학과)" userId="f10e4a28-cc96-4aa6-a477-606261d4ea34" providerId="ADAL" clId="{E1BDFF36-D31A-4435-9114-39F6A8210863}" dt="2026-05-29T09:17:05.124" v="8363" actId="20577"/>
        <pc:sldMkLst>
          <pc:docMk/>
          <pc:sldMk cId="2602145405" sldId="621"/>
        </pc:sldMkLst>
        <pc:spChg chg="mod">
          <ac:chgData name="최지훈(산업경영공학과)" userId="f10e4a28-cc96-4aa6-a477-606261d4ea34" providerId="ADAL" clId="{E1BDFF36-D31A-4435-9114-39F6A8210863}" dt="2026-05-29T07:06:47.384" v="3464" actId="20577"/>
          <ac:spMkLst>
            <pc:docMk/>
            <pc:sldMk cId="2602145405" sldId="621"/>
            <ac:spMk id="2" creationId="{0E0902C2-ABE6-6354-9DD4-F3DB4BADB6A9}"/>
          </ac:spMkLst>
        </pc:spChg>
        <pc:spChg chg="mod">
          <ac:chgData name="최지훈(산업경영공학과)" userId="f10e4a28-cc96-4aa6-a477-606261d4ea34" providerId="ADAL" clId="{E1BDFF36-D31A-4435-9114-39F6A8210863}" dt="2026-05-29T09:17:05.124" v="8363" actId="20577"/>
          <ac:spMkLst>
            <pc:docMk/>
            <pc:sldMk cId="2602145405" sldId="621"/>
            <ac:spMk id="4" creationId="{FFC5C630-3479-40C8-D865-D841AB2BB20C}"/>
          </ac:spMkLst>
        </pc:spChg>
        <pc:spChg chg="del">
          <ac:chgData name="최지훈(산업경영공학과)" userId="f10e4a28-cc96-4aa6-a477-606261d4ea34" providerId="ADAL" clId="{E1BDFF36-D31A-4435-9114-39F6A8210863}" dt="2026-05-29T07:06:50.831" v="3465" actId="478"/>
          <ac:spMkLst>
            <pc:docMk/>
            <pc:sldMk cId="2602145405" sldId="621"/>
            <ac:spMk id="5" creationId="{E5A98B74-2C18-87D8-E02C-60A578238CB4}"/>
          </ac:spMkLst>
        </pc:spChg>
        <pc:spChg chg="add mod">
          <ac:chgData name="최지훈(산업경영공학과)" userId="f10e4a28-cc96-4aa6-a477-606261d4ea34" providerId="ADAL" clId="{E1BDFF36-D31A-4435-9114-39F6A8210863}" dt="2026-05-29T07:08:42.431" v="3870" actId="20577"/>
          <ac:spMkLst>
            <pc:docMk/>
            <pc:sldMk cId="2602145405" sldId="621"/>
            <ac:spMk id="16" creationId="{D6D714AA-7170-F5E6-DE56-10F9885F510D}"/>
          </ac:spMkLst>
        </pc:spChg>
        <pc:spChg chg="add mod">
          <ac:chgData name="최지훈(산업경영공학과)" userId="f10e4a28-cc96-4aa6-a477-606261d4ea34" providerId="ADAL" clId="{E1BDFF36-D31A-4435-9114-39F6A8210863}" dt="2026-05-29T07:19:56.360" v="3984" actId="1076"/>
          <ac:spMkLst>
            <pc:docMk/>
            <pc:sldMk cId="2602145405" sldId="621"/>
            <ac:spMk id="24" creationId="{B69AFFD8-9530-DA3E-2887-80C7759922FA}"/>
          </ac:spMkLst>
        </pc:spChg>
        <pc:spChg chg="add mod">
          <ac:chgData name="최지훈(산업경영공학과)" userId="f10e4a28-cc96-4aa6-a477-606261d4ea34" providerId="ADAL" clId="{E1BDFF36-D31A-4435-9114-39F6A8210863}" dt="2026-05-29T07:20:29.203" v="3993" actId="1582"/>
          <ac:spMkLst>
            <pc:docMk/>
            <pc:sldMk cId="2602145405" sldId="621"/>
            <ac:spMk id="25" creationId="{1451189A-F20A-7872-8E33-569E566C8CFF}"/>
          </ac:spMkLst>
        </pc:spChg>
        <pc:spChg chg="add mod">
          <ac:chgData name="최지훈(산업경영공학과)" userId="f10e4a28-cc96-4aa6-a477-606261d4ea34" providerId="ADAL" clId="{E1BDFF36-D31A-4435-9114-39F6A8210863}" dt="2026-05-29T07:22:13.357" v="4069" actId="1076"/>
          <ac:spMkLst>
            <pc:docMk/>
            <pc:sldMk cId="2602145405" sldId="621"/>
            <ac:spMk id="29" creationId="{70D50ACA-CF49-E853-326D-A4090FEB9D70}"/>
          </ac:spMkLst>
        </pc:spChg>
        <pc:spChg chg="add mod">
          <ac:chgData name="최지훈(산업경영공학과)" userId="f10e4a28-cc96-4aa6-a477-606261d4ea34" providerId="ADAL" clId="{E1BDFF36-D31A-4435-9114-39F6A8210863}" dt="2026-05-29T07:21:04.503" v="4012" actId="20577"/>
          <ac:spMkLst>
            <pc:docMk/>
            <pc:sldMk cId="2602145405" sldId="621"/>
            <ac:spMk id="30" creationId="{C1C39459-F5EA-BF5B-6809-215AF34620BB}"/>
          </ac:spMkLst>
        </pc:spChg>
        <pc:spChg chg="add mod">
          <ac:chgData name="최지훈(산업경영공학과)" userId="f10e4a28-cc96-4aa6-a477-606261d4ea34" providerId="ADAL" clId="{E1BDFF36-D31A-4435-9114-39F6A8210863}" dt="2026-05-29T07:21:08.123" v="4015" actId="20577"/>
          <ac:spMkLst>
            <pc:docMk/>
            <pc:sldMk cId="2602145405" sldId="621"/>
            <ac:spMk id="31" creationId="{88E9EF15-01D8-80BA-1ADF-C1160C00E268}"/>
          </ac:spMkLst>
        </pc:spChg>
        <pc:spChg chg="add mod">
          <ac:chgData name="최지훈(산업경영공학과)" userId="f10e4a28-cc96-4aa6-a477-606261d4ea34" providerId="ADAL" clId="{E1BDFF36-D31A-4435-9114-39F6A8210863}" dt="2026-05-29T07:21:14.793" v="4022" actId="20577"/>
          <ac:spMkLst>
            <pc:docMk/>
            <pc:sldMk cId="2602145405" sldId="621"/>
            <ac:spMk id="32" creationId="{4AB0702C-0825-3160-CDF3-B9B9D5C987BF}"/>
          </ac:spMkLst>
        </pc:spChg>
        <pc:spChg chg="add mod">
          <ac:chgData name="최지훈(산업경영공학과)" userId="f10e4a28-cc96-4aa6-a477-606261d4ea34" providerId="ADAL" clId="{E1BDFF36-D31A-4435-9114-39F6A8210863}" dt="2026-05-29T07:21:22.216" v="4027" actId="20577"/>
          <ac:spMkLst>
            <pc:docMk/>
            <pc:sldMk cId="2602145405" sldId="621"/>
            <ac:spMk id="33" creationId="{72D38AD9-4B99-720B-1FB3-E6420A4D544D}"/>
          </ac:spMkLst>
        </pc:spChg>
        <pc:spChg chg="add mod">
          <ac:chgData name="최지훈(산업경영공학과)" userId="f10e4a28-cc96-4aa6-a477-606261d4ea34" providerId="ADAL" clId="{E1BDFF36-D31A-4435-9114-39F6A8210863}" dt="2026-05-29T07:21:29.314" v="4033" actId="20577"/>
          <ac:spMkLst>
            <pc:docMk/>
            <pc:sldMk cId="2602145405" sldId="621"/>
            <ac:spMk id="34" creationId="{4AFB50FB-E059-2127-7B4C-88AACD168151}"/>
          </ac:spMkLst>
        </pc:spChg>
        <pc:spChg chg="add mod">
          <ac:chgData name="최지훈(산업경영공학과)" userId="f10e4a28-cc96-4aa6-a477-606261d4ea34" providerId="ADAL" clId="{E1BDFF36-D31A-4435-9114-39F6A8210863}" dt="2026-05-29T07:21:38.624" v="4039" actId="1076"/>
          <ac:spMkLst>
            <pc:docMk/>
            <pc:sldMk cId="2602145405" sldId="621"/>
            <ac:spMk id="35" creationId="{E5EEAB47-B7BB-B7C5-938B-5C025BA5D2EB}"/>
          </ac:spMkLst>
        </pc:spChg>
        <pc:spChg chg="add mod">
          <ac:chgData name="최지훈(산업경영공학과)" userId="f10e4a28-cc96-4aa6-a477-606261d4ea34" providerId="ADAL" clId="{E1BDFF36-D31A-4435-9114-39F6A8210863}" dt="2026-05-29T07:21:43.863" v="4044" actId="20577"/>
          <ac:spMkLst>
            <pc:docMk/>
            <pc:sldMk cId="2602145405" sldId="621"/>
            <ac:spMk id="36" creationId="{C9923833-16EB-7D88-173A-54D74AAC4065}"/>
          </ac:spMkLst>
        </pc:spChg>
        <pc:spChg chg="add mod">
          <ac:chgData name="최지훈(산업경영공학과)" userId="f10e4a28-cc96-4aa6-a477-606261d4ea34" providerId="ADAL" clId="{E1BDFF36-D31A-4435-9114-39F6A8210863}" dt="2026-05-29T07:21:50.751" v="4050" actId="1076"/>
          <ac:spMkLst>
            <pc:docMk/>
            <pc:sldMk cId="2602145405" sldId="621"/>
            <ac:spMk id="37" creationId="{196A2EE2-42F5-AAFC-90BE-14A8F334B5A1}"/>
          </ac:spMkLst>
        </pc:spChg>
        <pc:spChg chg="add mod">
          <ac:chgData name="최지훈(산업경영공학과)" userId="f10e4a28-cc96-4aa6-a477-606261d4ea34" providerId="ADAL" clId="{E1BDFF36-D31A-4435-9114-39F6A8210863}" dt="2026-05-29T07:21:55.023" v="4057" actId="20577"/>
          <ac:spMkLst>
            <pc:docMk/>
            <pc:sldMk cId="2602145405" sldId="621"/>
            <ac:spMk id="38" creationId="{5B364FA1-4345-9034-B1A1-5230ED4AFF68}"/>
          </ac:spMkLst>
        </pc:spChg>
        <pc:spChg chg="add mod">
          <ac:chgData name="최지훈(산업경영공학과)" userId="f10e4a28-cc96-4aa6-a477-606261d4ea34" providerId="ADAL" clId="{E1BDFF36-D31A-4435-9114-39F6A8210863}" dt="2026-05-29T07:22:04.492" v="4062" actId="1076"/>
          <ac:spMkLst>
            <pc:docMk/>
            <pc:sldMk cId="2602145405" sldId="621"/>
            <ac:spMk id="39" creationId="{27D2B27E-FC86-DE4B-2835-7E5644E53F62}"/>
          </ac:spMkLst>
        </pc:spChg>
        <pc:spChg chg="add mod">
          <ac:chgData name="최지훈(산업경영공학과)" userId="f10e4a28-cc96-4aa6-a477-606261d4ea34" providerId="ADAL" clId="{E1BDFF36-D31A-4435-9114-39F6A8210863}" dt="2026-05-29T07:22:15.248" v="4070" actId="1076"/>
          <ac:spMkLst>
            <pc:docMk/>
            <pc:sldMk cId="2602145405" sldId="621"/>
            <ac:spMk id="40" creationId="{0221CDC5-56B2-F9BD-4D4E-CA9CD0A31A05}"/>
          </ac:spMkLst>
        </pc:spChg>
        <pc:spChg chg="add mod">
          <ac:chgData name="최지훈(산업경영공학과)" userId="f10e4a28-cc96-4aa6-a477-606261d4ea34" providerId="ADAL" clId="{E1BDFF36-D31A-4435-9114-39F6A8210863}" dt="2026-05-29T07:22:32.149" v="4077" actId="20577"/>
          <ac:spMkLst>
            <pc:docMk/>
            <pc:sldMk cId="2602145405" sldId="621"/>
            <ac:spMk id="41" creationId="{747B2BF9-13E4-7FA8-57CE-2F873BC4A764}"/>
          </ac:spMkLst>
        </pc:spChg>
        <pc:grpChg chg="del">
          <ac:chgData name="최지훈(산업경영공학과)" userId="f10e4a28-cc96-4aa6-a477-606261d4ea34" providerId="ADAL" clId="{E1BDFF36-D31A-4435-9114-39F6A8210863}" dt="2026-05-29T07:06:50.831" v="3465" actId="478"/>
          <ac:grpSpMkLst>
            <pc:docMk/>
            <pc:sldMk cId="2602145405" sldId="621"/>
            <ac:grpSpMk id="15" creationId="{120AD907-3032-35C8-A0DA-E80B248CEBD8}"/>
          </ac:grpSpMkLst>
        </pc:grpChg>
        <pc:picChg chg="del">
          <ac:chgData name="최지훈(산업경영공학과)" userId="f10e4a28-cc96-4aa6-a477-606261d4ea34" providerId="ADAL" clId="{E1BDFF36-D31A-4435-9114-39F6A8210863}" dt="2026-05-29T07:06:50.831" v="3465" actId="478"/>
          <ac:picMkLst>
            <pc:docMk/>
            <pc:sldMk cId="2602145405" sldId="621"/>
            <ac:picMk id="13" creationId="{F16DB85D-4ED9-C25E-368A-2EFD186FA962}"/>
          </ac:picMkLst>
        </pc:picChg>
        <pc:picChg chg="del mod">
          <ac:chgData name="최지훈(산업경영공학과)" userId="f10e4a28-cc96-4aa6-a477-606261d4ea34" providerId="ADAL" clId="{E1BDFF36-D31A-4435-9114-39F6A8210863}" dt="2026-05-29T07:18:26.205" v="3875" actId="478"/>
          <ac:picMkLst>
            <pc:docMk/>
            <pc:sldMk cId="2602145405" sldId="621"/>
            <ac:picMk id="20" creationId="{C287DBDB-FDFA-5108-087E-46D70FF9B14C}"/>
          </ac:picMkLst>
        </pc:picChg>
        <pc:picChg chg="add del mod">
          <ac:chgData name="최지훈(산업경영공학과)" userId="f10e4a28-cc96-4aa6-a477-606261d4ea34" providerId="ADAL" clId="{E1BDFF36-D31A-4435-9114-39F6A8210863}" dt="2026-05-29T07:19:12.960" v="3880" actId="478"/>
          <ac:picMkLst>
            <pc:docMk/>
            <pc:sldMk cId="2602145405" sldId="621"/>
            <ac:picMk id="21" creationId="{B69FB690-C7A4-18BC-8237-A2B0C91425BA}"/>
          </ac:picMkLst>
        </pc:picChg>
        <pc:picChg chg="add del">
          <ac:chgData name="최지훈(산업경영공학과)" userId="f10e4a28-cc96-4aa6-a477-606261d4ea34" providerId="ADAL" clId="{E1BDFF36-D31A-4435-9114-39F6A8210863}" dt="2026-05-29T07:19:18.901" v="3882" actId="478"/>
          <ac:picMkLst>
            <pc:docMk/>
            <pc:sldMk cId="2602145405" sldId="621"/>
            <ac:picMk id="22" creationId="{AE8D99C0-1461-067C-33F6-506E3A574704}"/>
          </ac:picMkLst>
        </pc:picChg>
        <pc:picChg chg="add mod modCrop">
          <ac:chgData name="최지훈(산업경영공학과)" userId="f10e4a28-cc96-4aa6-a477-606261d4ea34" providerId="ADAL" clId="{E1BDFF36-D31A-4435-9114-39F6A8210863}" dt="2026-05-29T07:22:28.814" v="4073" actId="1076"/>
          <ac:picMkLst>
            <pc:docMk/>
            <pc:sldMk cId="2602145405" sldId="621"/>
            <ac:picMk id="23" creationId="{B43B5A93-24DA-271D-0491-C991984278F4}"/>
          </ac:picMkLst>
        </pc:picChg>
        <pc:cxnChg chg="mod">
          <ac:chgData name="최지훈(산업경영공학과)" userId="f10e4a28-cc96-4aa6-a477-606261d4ea34" providerId="ADAL" clId="{E1BDFF36-D31A-4435-9114-39F6A8210863}" dt="2026-05-29T07:06:50.831" v="3465" actId="478"/>
          <ac:cxnSpMkLst>
            <pc:docMk/>
            <pc:sldMk cId="2602145405" sldId="621"/>
            <ac:cxnSpMk id="14" creationId="{1C09FA7D-95AF-9075-B58F-72DAED0CE0D1}"/>
          </ac:cxnSpMkLst>
        </pc:cxnChg>
        <pc:cxnChg chg="del">
          <ac:chgData name="최지훈(산업경영공학과)" userId="f10e4a28-cc96-4aa6-a477-606261d4ea34" providerId="ADAL" clId="{E1BDFF36-D31A-4435-9114-39F6A8210863}" dt="2026-05-29T07:06:50.831" v="3465" actId="478"/>
          <ac:cxnSpMkLst>
            <pc:docMk/>
            <pc:sldMk cId="2602145405" sldId="621"/>
            <ac:cxnSpMk id="17" creationId="{0959E6EC-E8C3-30F5-CE77-0A6BA70BBC81}"/>
          </ac:cxnSpMkLst>
        </pc:cxnChg>
        <pc:cxnChg chg="mod">
          <ac:chgData name="최지훈(산업경영공학과)" userId="f10e4a28-cc96-4aa6-a477-606261d4ea34" providerId="ADAL" clId="{E1BDFF36-D31A-4435-9114-39F6A8210863}" dt="2026-05-29T07:06:50.831" v="3465" actId="478"/>
          <ac:cxnSpMkLst>
            <pc:docMk/>
            <pc:sldMk cId="2602145405" sldId="621"/>
            <ac:cxnSpMk id="18" creationId="{5EFD0D0B-0118-8F3E-9D54-13DDF89BFFC4}"/>
          </ac:cxnSpMkLst>
        </pc:cxnChg>
        <pc:cxnChg chg="del">
          <ac:chgData name="최지훈(산업경영공학과)" userId="f10e4a28-cc96-4aa6-a477-606261d4ea34" providerId="ADAL" clId="{E1BDFF36-D31A-4435-9114-39F6A8210863}" dt="2026-05-29T07:06:50.831" v="3465" actId="478"/>
          <ac:cxnSpMkLst>
            <pc:docMk/>
            <pc:sldMk cId="2602145405" sldId="621"/>
            <ac:cxnSpMk id="19" creationId="{EAAC1805-7A0F-0CE9-05EF-BC012E37B8A2}"/>
          </ac:cxnSpMkLst>
        </pc:cxnChg>
        <pc:cxnChg chg="mod">
          <ac:chgData name="최지훈(산업경영공학과)" userId="f10e4a28-cc96-4aa6-a477-606261d4ea34" providerId="ADAL" clId="{E1BDFF36-D31A-4435-9114-39F6A8210863}" dt="2026-05-29T07:06:50.831" v="3465" actId="478"/>
          <ac:cxnSpMkLst>
            <pc:docMk/>
            <pc:sldMk cId="2602145405" sldId="621"/>
            <ac:cxnSpMk id="26" creationId="{E2DAD4C8-4625-D1CA-C542-75F160CC3487}"/>
          </ac:cxnSpMkLst>
        </pc:cxnChg>
        <pc:cxnChg chg="add mod">
          <ac:chgData name="최지훈(산업경영공학과)" userId="f10e4a28-cc96-4aa6-a477-606261d4ea34" providerId="ADAL" clId="{E1BDFF36-D31A-4435-9114-39F6A8210863}" dt="2026-05-29T07:20:42.987" v="3995" actId="1076"/>
          <ac:cxnSpMkLst>
            <pc:docMk/>
            <pc:sldMk cId="2602145405" sldId="621"/>
            <ac:cxnSpMk id="28" creationId="{395ADA6F-1886-E747-F5BE-1EC67C3A2E6D}"/>
          </ac:cxnSpMkLst>
        </pc:cxnChg>
      </pc:sldChg>
      <pc:sldChg chg="addSp delSp modSp add mod">
        <pc:chgData name="최지훈(산업경영공학과)" userId="f10e4a28-cc96-4aa6-a477-606261d4ea34" providerId="ADAL" clId="{E1BDFF36-D31A-4435-9114-39F6A8210863}" dt="2026-05-29T09:17:08.048" v="8365" actId="20577"/>
        <pc:sldMkLst>
          <pc:docMk/>
          <pc:sldMk cId="639797919" sldId="622"/>
        </pc:sldMkLst>
        <pc:spChg chg="mod">
          <ac:chgData name="최지훈(산업경영공학과)" userId="f10e4a28-cc96-4aa6-a477-606261d4ea34" providerId="ADAL" clId="{E1BDFF36-D31A-4435-9114-39F6A8210863}" dt="2026-05-29T09:17:08.048" v="8365" actId="20577"/>
          <ac:spMkLst>
            <pc:docMk/>
            <pc:sldMk cId="639797919" sldId="622"/>
            <ac:spMk id="4" creationId="{12FE3340-C621-A3DE-0051-C6267D1BFC78}"/>
          </ac:spMkLst>
        </pc:spChg>
        <pc:spChg chg="add mod">
          <ac:chgData name="최지훈(산업경영공학과)" userId="f10e4a28-cc96-4aa6-a477-606261d4ea34" providerId="ADAL" clId="{E1BDFF36-D31A-4435-9114-39F6A8210863}" dt="2026-05-29T07:26:35.407" v="4184" actId="1076"/>
          <ac:spMkLst>
            <pc:docMk/>
            <pc:sldMk cId="639797919" sldId="622"/>
            <ac:spMk id="5" creationId="{84367B2E-C309-CD8E-9004-4DF3212BDE61}"/>
          </ac:spMkLst>
        </pc:spChg>
        <pc:spChg chg="del mod">
          <ac:chgData name="최지훈(산업경영공학과)" userId="f10e4a28-cc96-4aa6-a477-606261d4ea34" providerId="ADAL" clId="{E1BDFF36-D31A-4435-9114-39F6A8210863}" dt="2026-05-29T07:24:05.632" v="4121" actId="3680"/>
          <ac:spMkLst>
            <pc:docMk/>
            <pc:sldMk cId="639797919" sldId="622"/>
            <ac:spMk id="16" creationId="{0B56CFD9-4C9A-EBB1-EF2B-FB101AF20E8C}"/>
          </ac:spMkLst>
        </pc:spChg>
        <pc:spChg chg="mod">
          <ac:chgData name="최지훈(산업경영공학과)" userId="f10e4a28-cc96-4aa6-a477-606261d4ea34" providerId="ADAL" clId="{E1BDFF36-D31A-4435-9114-39F6A8210863}" dt="2026-05-29T07:28:29.338" v="4370" actId="1076"/>
          <ac:spMkLst>
            <pc:docMk/>
            <pc:sldMk cId="639797919" sldId="622"/>
            <ac:spMk id="24" creationId="{9C0197EE-30E5-9704-FF05-58B2C6423021}"/>
          </ac:spMkLst>
        </pc:spChg>
        <pc:spChg chg="del">
          <ac:chgData name="최지훈(산업경영공학과)" userId="f10e4a28-cc96-4aa6-a477-606261d4ea34" providerId="ADAL" clId="{E1BDFF36-D31A-4435-9114-39F6A8210863}" dt="2026-05-29T07:23:38.624" v="4087" actId="478"/>
          <ac:spMkLst>
            <pc:docMk/>
            <pc:sldMk cId="639797919" sldId="622"/>
            <ac:spMk id="25" creationId="{71382D2E-870D-4E4B-45C6-FA14B053783C}"/>
          </ac:spMkLst>
        </pc:spChg>
        <pc:spChg chg="mod">
          <ac:chgData name="최지훈(산업경영공학과)" userId="f10e4a28-cc96-4aa6-a477-606261d4ea34" providerId="ADAL" clId="{E1BDFF36-D31A-4435-9114-39F6A8210863}" dt="2026-05-29T07:23:10.842" v="4080" actId="164"/>
          <ac:spMkLst>
            <pc:docMk/>
            <pc:sldMk cId="639797919" sldId="622"/>
            <ac:spMk id="30" creationId="{DA23FD95-B1E2-EB13-3699-3EB41EFB6424}"/>
          </ac:spMkLst>
        </pc:spChg>
        <pc:spChg chg="mod">
          <ac:chgData name="최지훈(산업경영공학과)" userId="f10e4a28-cc96-4aa6-a477-606261d4ea34" providerId="ADAL" clId="{E1BDFF36-D31A-4435-9114-39F6A8210863}" dt="2026-05-29T07:23:10.842" v="4080" actId="164"/>
          <ac:spMkLst>
            <pc:docMk/>
            <pc:sldMk cId="639797919" sldId="622"/>
            <ac:spMk id="31" creationId="{6FBAD513-0123-B448-59C4-533E2221AFA2}"/>
          </ac:spMkLst>
        </pc:spChg>
        <pc:spChg chg="mod">
          <ac:chgData name="최지훈(산업경영공학과)" userId="f10e4a28-cc96-4aa6-a477-606261d4ea34" providerId="ADAL" clId="{E1BDFF36-D31A-4435-9114-39F6A8210863}" dt="2026-05-29T07:23:10.842" v="4080" actId="164"/>
          <ac:spMkLst>
            <pc:docMk/>
            <pc:sldMk cId="639797919" sldId="622"/>
            <ac:spMk id="32" creationId="{83D01301-A410-0278-44CE-C0716C40E053}"/>
          </ac:spMkLst>
        </pc:spChg>
        <pc:spChg chg="mod">
          <ac:chgData name="최지훈(산업경영공학과)" userId="f10e4a28-cc96-4aa6-a477-606261d4ea34" providerId="ADAL" clId="{E1BDFF36-D31A-4435-9114-39F6A8210863}" dt="2026-05-29T07:23:10.842" v="4080" actId="164"/>
          <ac:spMkLst>
            <pc:docMk/>
            <pc:sldMk cId="639797919" sldId="622"/>
            <ac:spMk id="33" creationId="{750AF4AD-553C-6BEA-9D55-C27EEA87B037}"/>
          </ac:spMkLst>
        </pc:spChg>
        <pc:spChg chg="mod">
          <ac:chgData name="최지훈(산업경영공학과)" userId="f10e4a28-cc96-4aa6-a477-606261d4ea34" providerId="ADAL" clId="{E1BDFF36-D31A-4435-9114-39F6A8210863}" dt="2026-05-29T07:23:10.842" v="4080" actId="164"/>
          <ac:spMkLst>
            <pc:docMk/>
            <pc:sldMk cId="639797919" sldId="622"/>
            <ac:spMk id="35" creationId="{86374B21-AF65-ABDE-64AD-10003906BEC7}"/>
          </ac:spMkLst>
        </pc:spChg>
        <pc:spChg chg="mod">
          <ac:chgData name="최지훈(산업경영공학과)" userId="f10e4a28-cc96-4aa6-a477-606261d4ea34" providerId="ADAL" clId="{E1BDFF36-D31A-4435-9114-39F6A8210863}" dt="2026-05-29T07:23:10.842" v="4080" actId="164"/>
          <ac:spMkLst>
            <pc:docMk/>
            <pc:sldMk cId="639797919" sldId="622"/>
            <ac:spMk id="36" creationId="{7321E55E-D9E0-29A5-2024-B301383EC8A1}"/>
          </ac:spMkLst>
        </pc:spChg>
        <pc:spChg chg="mod">
          <ac:chgData name="최지훈(산업경영공학과)" userId="f10e4a28-cc96-4aa6-a477-606261d4ea34" providerId="ADAL" clId="{E1BDFF36-D31A-4435-9114-39F6A8210863}" dt="2026-05-29T07:23:10.842" v="4080" actId="164"/>
          <ac:spMkLst>
            <pc:docMk/>
            <pc:sldMk cId="639797919" sldId="622"/>
            <ac:spMk id="37" creationId="{FE18C857-357A-A273-D72A-81AE5F9B42E8}"/>
          </ac:spMkLst>
        </pc:spChg>
        <pc:spChg chg="mod">
          <ac:chgData name="최지훈(산업경영공학과)" userId="f10e4a28-cc96-4aa6-a477-606261d4ea34" providerId="ADAL" clId="{E1BDFF36-D31A-4435-9114-39F6A8210863}" dt="2026-05-29T07:23:10.842" v="4080" actId="164"/>
          <ac:spMkLst>
            <pc:docMk/>
            <pc:sldMk cId="639797919" sldId="622"/>
            <ac:spMk id="38" creationId="{3327F9C9-71B3-1AE4-B64A-1C7CE851955C}"/>
          </ac:spMkLst>
        </pc:spChg>
        <pc:spChg chg="mod">
          <ac:chgData name="최지훈(산업경영공학과)" userId="f10e4a28-cc96-4aa6-a477-606261d4ea34" providerId="ADAL" clId="{E1BDFF36-D31A-4435-9114-39F6A8210863}" dt="2026-05-29T07:23:10.842" v="4080" actId="164"/>
          <ac:spMkLst>
            <pc:docMk/>
            <pc:sldMk cId="639797919" sldId="622"/>
            <ac:spMk id="40" creationId="{CD0C869E-4C8B-966E-9F8E-B2F98C43CF5B}"/>
          </ac:spMkLst>
        </pc:spChg>
        <pc:spChg chg="mod">
          <ac:chgData name="최지훈(산업경영공학과)" userId="f10e4a28-cc96-4aa6-a477-606261d4ea34" providerId="ADAL" clId="{E1BDFF36-D31A-4435-9114-39F6A8210863}" dt="2026-05-29T07:23:10.842" v="4080" actId="164"/>
          <ac:spMkLst>
            <pc:docMk/>
            <pc:sldMk cId="639797919" sldId="622"/>
            <ac:spMk id="41" creationId="{F034DF4B-2D39-6D7A-1483-36DBEB4CC13F}"/>
          </ac:spMkLst>
        </pc:spChg>
        <pc:grpChg chg="mod">
          <ac:chgData name="최지훈(산업경영공학과)" userId="f10e4a28-cc96-4aa6-a477-606261d4ea34" providerId="ADAL" clId="{E1BDFF36-D31A-4435-9114-39F6A8210863}" dt="2026-05-29T07:23:34.658" v="4086" actId="1076"/>
          <ac:grpSpMkLst>
            <pc:docMk/>
            <pc:sldMk cId="639797919" sldId="622"/>
            <ac:grpSpMk id="3" creationId="{A5C59129-9154-6E77-FA0C-14AD6A54762E}"/>
          </ac:grpSpMkLst>
        </pc:grpChg>
        <pc:graphicFrameChg chg="add mod ord modGraphic">
          <ac:chgData name="최지훈(산업경영공학과)" userId="f10e4a28-cc96-4aa6-a477-606261d4ea34" providerId="ADAL" clId="{E1BDFF36-D31A-4435-9114-39F6A8210863}" dt="2026-05-29T07:26:29.525" v="4183" actId="12385"/>
          <ac:graphicFrameMkLst>
            <pc:docMk/>
            <pc:sldMk cId="639797919" sldId="622"/>
            <ac:graphicFrameMk id="6" creationId="{6550C83E-D3DC-7296-7519-157273250F03}"/>
          </ac:graphicFrameMkLst>
        </pc:graphicFrameChg>
        <pc:picChg chg="mod modCrop">
          <ac:chgData name="최지훈(산업경영공학과)" userId="f10e4a28-cc96-4aa6-a477-606261d4ea34" providerId="ADAL" clId="{E1BDFF36-D31A-4435-9114-39F6A8210863}" dt="2026-05-29T07:23:29.748" v="4084" actId="732"/>
          <ac:picMkLst>
            <pc:docMk/>
            <pc:sldMk cId="639797919" sldId="622"/>
            <ac:picMk id="23" creationId="{E319EF42-477B-6802-1017-33482A3D49EA}"/>
          </ac:picMkLst>
        </pc:picChg>
        <pc:cxnChg chg="del">
          <ac:chgData name="최지훈(산업경영공학과)" userId="f10e4a28-cc96-4aa6-a477-606261d4ea34" providerId="ADAL" clId="{E1BDFF36-D31A-4435-9114-39F6A8210863}" dt="2026-05-29T07:23:39.354" v="4088" actId="478"/>
          <ac:cxnSpMkLst>
            <pc:docMk/>
            <pc:sldMk cId="639797919" sldId="622"/>
            <ac:cxnSpMk id="28" creationId="{E2BF2998-352C-F501-780A-09E8346D59E3}"/>
          </ac:cxnSpMkLst>
        </pc:cxnChg>
      </pc:sldChg>
      <pc:sldChg chg="addSp delSp modSp add mod">
        <pc:chgData name="최지훈(산업경영공학과)" userId="f10e4a28-cc96-4aa6-a477-606261d4ea34" providerId="ADAL" clId="{E1BDFF36-D31A-4435-9114-39F6A8210863}" dt="2026-05-29T09:17:10.488" v="8367" actId="20577"/>
        <pc:sldMkLst>
          <pc:docMk/>
          <pc:sldMk cId="1044596772" sldId="623"/>
        </pc:sldMkLst>
        <pc:spChg chg="mod">
          <ac:chgData name="최지훈(산업경영공학과)" userId="f10e4a28-cc96-4aa6-a477-606261d4ea34" providerId="ADAL" clId="{E1BDFF36-D31A-4435-9114-39F6A8210863}" dt="2026-05-29T09:17:10.488" v="8367" actId="20577"/>
          <ac:spMkLst>
            <pc:docMk/>
            <pc:sldMk cId="1044596772" sldId="623"/>
            <ac:spMk id="4" creationId="{3777E3A8-D475-7334-9EB5-331E95225B16}"/>
          </ac:spMkLst>
        </pc:spChg>
        <pc:spChg chg="del">
          <ac:chgData name="최지훈(산업경영공학과)" userId="f10e4a28-cc96-4aa6-a477-606261d4ea34" providerId="ADAL" clId="{E1BDFF36-D31A-4435-9114-39F6A8210863}" dt="2026-05-29T07:28:47.368" v="4374" actId="478"/>
          <ac:spMkLst>
            <pc:docMk/>
            <pc:sldMk cId="1044596772" sldId="623"/>
            <ac:spMk id="5" creationId="{E8B46773-4C25-79D0-4BD7-230F67819B75}"/>
          </ac:spMkLst>
        </pc:spChg>
        <pc:spChg chg="add mod">
          <ac:chgData name="최지훈(산업경영공학과)" userId="f10e4a28-cc96-4aa6-a477-606261d4ea34" providerId="ADAL" clId="{E1BDFF36-D31A-4435-9114-39F6A8210863}" dt="2026-05-29T07:34:20.076" v="5197" actId="20577"/>
          <ac:spMkLst>
            <pc:docMk/>
            <pc:sldMk cId="1044596772" sldId="623"/>
            <ac:spMk id="8" creationId="{1529AE64-EA30-8BF8-8E83-09EBE486BE09}"/>
          </ac:spMkLst>
        </pc:spChg>
        <pc:spChg chg="add mod">
          <ac:chgData name="최지훈(산업경영공학과)" userId="f10e4a28-cc96-4aa6-a477-606261d4ea34" providerId="ADAL" clId="{E1BDFF36-D31A-4435-9114-39F6A8210863}" dt="2026-05-29T07:34:57.831" v="5280" actId="1076"/>
          <ac:spMkLst>
            <pc:docMk/>
            <pc:sldMk cId="1044596772" sldId="623"/>
            <ac:spMk id="9" creationId="{312D3EDE-EFD3-E1E6-E327-F42AB0A3FB71}"/>
          </ac:spMkLst>
        </pc:spChg>
        <pc:spChg chg="del">
          <ac:chgData name="최지훈(산업경영공학과)" userId="f10e4a28-cc96-4aa6-a477-606261d4ea34" providerId="ADAL" clId="{E1BDFF36-D31A-4435-9114-39F6A8210863}" dt="2026-05-29T07:28:47.368" v="4374" actId="478"/>
          <ac:spMkLst>
            <pc:docMk/>
            <pc:sldMk cId="1044596772" sldId="623"/>
            <ac:spMk id="24" creationId="{E35B781D-9DC4-A736-D1F2-288AD04606CF}"/>
          </ac:spMkLst>
        </pc:spChg>
        <pc:grpChg chg="del mod">
          <ac:chgData name="최지훈(산업경영공학과)" userId="f10e4a28-cc96-4aa6-a477-606261d4ea34" providerId="ADAL" clId="{E1BDFF36-D31A-4435-9114-39F6A8210863}" dt="2026-05-29T07:28:46.545" v="4373" actId="478"/>
          <ac:grpSpMkLst>
            <pc:docMk/>
            <pc:sldMk cId="1044596772" sldId="623"/>
            <ac:grpSpMk id="3" creationId="{428370F1-0406-A472-70FC-6156A0EDD162}"/>
          </ac:grpSpMkLst>
        </pc:grpChg>
        <pc:graphicFrameChg chg="del">
          <ac:chgData name="최지훈(산업경영공학과)" userId="f10e4a28-cc96-4aa6-a477-606261d4ea34" providerId="ADAL" clId="{E1BDFF36-D31A-4435-9114-39F6A8210863}" dt="2026-05-29T07:28:47.368" v="4374" actId="478"/>
          <ac:graphicFrameMkLst>
            <pc:docMk/>
            <pc:sldMk cId="1044596772" sldId="623"/>
            <ac:graphicFrameMk id="6" creationId="{144DB68C-FEEE-BBEF-66DB-89B5692E28E0}"/>
          </ac:graphicFrameMkLst>
        </pc:graphicFrameChg>
        <pc:picChg chg="add mod">
          <ac:chgData name="최지훈(산업경영공학과)" userId="f10e4a28-cc96-4aa6-a477-606261d4ea34" providerId="ADAL" clId="{E1BDFF36-D31A-4435-9114-39F6A8210863}" dt="2026-05-29T07:35:07.760" v="5284" actId="1076"/>
          <ac:picMkLst>
            <pc:docMk/>
            <pc:sldMk cId="1044596772" sldId="623"/>
            <ac:picMk id="10" creationId="{11417C5C-E736-DFC6-6005-BEA682CA2B8E}"/>
          </ac:picMkLst>
        </pc:picChg>
        <pc:cxnChg chg="add mod">
          <ac:chgData name="최지훈(산업경영공학과)" userId="f10e4a28-cc96-4aa6-a477-606261d4ea34" providerId="ADAL" clId="{E1BDFF36-D31A-4435-9114-39F6A8210863}" dt="2026-05-29T07:35:15.843" v="5286" actId="1076"/>
          <ac:cxnSpMkLst>
            <pc:docMk/>
            <pc:sldMk cId="1044596772" sldId="623"/>
            <ac:cxnSpMk id="12" creationId="{42CDD69D-4A18-EAD2-F77B-AAC07047F39F}"/>
          </ac:cxnSpMkLst>
        </pc:cxnChg>
      </pc:sldChg>
      <pc:sldChg chg="addSp delSp modSp add mod">
        <pc:chgData name="최지훈(산업경영공학과)" userId="f10e4a28-cc96-4aa6-a477-606261d4ea34" providerId="ADAL" clId="{E1BDFF36-D31A-4435-9114-39F6A8210863}" dt="2026-05-29T09:17:13.126" v="8369" actId="20577"/>
        <pc:sldMkLst>
          <pc:docMk/>
          <pc:sldMk cId="483626448" sldId="624"/>
        </pc:sldMkLst>
        <pc:spChg chg="mod">
          <ac:chgData name="최지훈(산업경영공학과)" userId="f10e4a28-cc96-4aa6-a477-606261d4ea34" providerId="ADAL" clId="{E1BDFF36-D31A-4435-9114-39F6A8210863}" dt="2026-05-29T07:41:07.803" v="5347" actId="20577"/>
          <ac:spMkLst>
            <pc:docMk/>
            <pc:sldMk cId="483626448" sldId="624"/>
            <ac:spMk id="2" creationId="{1A42A7A8-006A-C8F5-73B8-D26992E8AA09}"/>
          </ac:spMkLst>
        </pc:spChg>
        <pc:spChg chg="mod">
          <ac:chgData name="최지훈(산업경영공학과)" userId="f10e4a28-cc96-4aa6-a477-606261d4ea34" providerId="ADAL" clId="{E1BDFF36-D31A-4435-9114-39F6A8210863}" dt="2026-05-29T09:17:13.126" v="8369" actId="20577"/>
          <ac:spMkLst>
            <pc:docMk/>
            <pc:sldMk cId="483626448" sldId="624"/>
            <ac:spMk id="4" creationId="{6EF1308F-91B9-E22A-A097-BBAD7E99093A}"/>
          </ac:spMkLst>
        </pc:spChg>
        <pc:spChg chg="mod">
          <ac:chgData name="최지훈(산업경영공학과)" userId="f10e4a28-cc96-4aa6-a477-606261d4ea34" providerId="ADAL" clId="{E1BDFF36-D31A-4435-9114-39F6A8210863}" dt="2026-05-29T07:41:42.581" v="5485"/>
          <ac:spMkLst>
            <pc:docMk/>
            <pc:sldMk cId="483626448" sldId="624"/>
            <ac:spMk id="6" creationId="{6AAFF008-18FB-DD6B-8A45-6337994C1351}"/>
          </ac:spMkLst>
        </pc:spChg>
        <pc:spChg chg="mod">
          <ac:chgData name="최지훈(산업경영공학과)" userId="f10e4a28-cc96-4aa6-a477-606261d4ea34" providerId="ADAL" clId="{E1BDFF36-D31A-4435-9114-39F6A8210863}" dt="2026-05-29T07:41:42.581" v="5485"/>
          <ac:spMkLst>
            <pc:docMk/>
            <pc:sldMk cId="483626448" sldId="624"/>
            <ac:spMk id="7" creationId="{F24B3C3C-8D42-045B-B45C-FBD45C68E310}"/>
          </ac:spMkLst>
        </pc:spChg>
        <pc:spChg chg="mod">
          <ac:chgData name="최지훈(산업경영공학과)" userId="f10e4a28-cc96-4aa6-a477-606261d4ea34" providerId="ADAL" clId="{E1BDFF36-D31A-4435-9114-39F6A8210863}" dt="2026-05-29T07:46:39.026" v="6088" actId="20577"/>
          <ac:spMkLst>
            <pc:docMk/>
            <pc:sldMk cId="483626448" sldId="624"/>
            <ac:spMk id="8" creationId="{502ABE9A-A3B7-BB65-0484-A3B08A0D0095}"/>
          </ac:spMkLst>
        </pc:spChg>
        <pc:spChg chg="del">
          <ac:chgData name="최지훈(산업경영공학과)" userId="f10e4a28-cc96-4aa6-a477-606261d4ea34" providerId="ADAL" clId="{E1BDFF36-D31A-4435-9114-39F6A8210863}" dt="2026-05-29T07:36:03.777" v="5289" actId="478"/>
          <ac:spMkLst>
            <pc:docMk/>
            <pc:sldMk cId="483626448" sldId="624"/>
            <ac:spMk id="9" creationId="{4F90F777-36F1-0D1D-BB8F-78504DAD6897}"/>
          </ac:spMkLst>
        </pc:spChg>
        <pc:spChg chg="mod">
          <ac:chgData name="최지훈(산업경영공학과)" userId="f10e4a28-cc96-4aa6-a477-606261d4ea34" providerId="ADAL" clId="{E1BDFF36-D31A-4435-9114-39F6A8210863}" dt="2026-05-29T07:41:42.581" v="5485"/>
          <ac:spMkLst>
            <pc:docMk/>
            <pc:sldMk cId="483626448" sldId="624"/>
            <ac:spMk id="11" creationId="{FCAA8576-1D4E-FBB7-C9E8-B519B6A63FD5}"/>
          </ac:spMkLst>
        </pc:spChg>
        <pc:spChg chg="mod">
          <ac:chgData name="최지훈(산업경영공학과)" userId="f10e4a28-cc96-4aa6-a477-606261d4ea34" providerId="ADAL" clId="{E1BDFF36-D31A-4435-9114-39F6A8210863}" dt="2026-05-29T07:41:42.581" v="5485"/>
          <ac:spMkLst>
            <pc:docMk/>
            <pc:sldMk cId="483626448" sldId="624"/>
            <ac:spMk id="13" creationId="{3CA79A82-12D2-4E6F-C8A8-05C85DA12668}"/>
          </ac:spMkLst>
        </pc:spChg>
        <pc:spChg chg="mod">
          <ac:chgData name="최지훈(산업경영공학과)" userId="f10e4a28-cc96-4aa6-a477-606261d4ea34" providerId="ADAL" clId="{E1BDFF36-D31A-4435-9114-39F6A8210863}" dt="2026-05-29T07:41:42.581" v="5485"/>
          <ac:spMkLst>
            <pc:docMk/>
            <pc:sldMk cId="483626448" sldId="624"/>
            <ac:spMk id="14" creationId="{C2D18E34-05CE-5495-8A93-DE4F76F88B99}"/>
          </ac:spMkLst>
        </pc:spChg>
        <pc:spChg chg="mod">
          <ac:chgData name="최지훈(산업경영공학과)" userId="f10e4a28-cc96-4aa6-a477-606261d4ea34" providerId="ADAL" clId="{E1BDFF36-D31A-4435-9114-39F6A8210863}" dt="2026-05-29T07:41:42.581" v="5485"/>
          <ac:spMkLst>
            <pc:docMk/>
            <pc:sldMk cId="483626448" sldId="624"/>
            <ac:spMk id="15" creationId="{851647C3-A354-39FA-DC88-DCAD5C649C4C}"/>
          </ac:spMkLst>
        </pc:spChg>
        <pc:spChg chg="mod">
          <ac:chgData name="최지훈(산업경영공학과)" userId="f10e4a28-cc96-4aa6-a477-606261d4ea34" providerId="ADAL" clId="{E1BDFF36-D31A-4435-9114-39F6A8210863}" dt="2026-05-29T07:41:42.581" v="5485"/>
          <ac:spMkLst>
            <pc:docMk/>
            <pc:sldMk cId="483626448" sldId="624"/>
            <ac:spMk id="16" creationId="{9DCD6869-974A-853D-E59C-BEC6AD99ED2C}"/>
          </ac:spMkLst>
        </pc:spChg>
        <pc:spChg chg="add del mod">
          <ac:chgData name="최지훈(산업경영공학과)" userId="f10e4a28-cc96-4aa6-a477-606261d4ea34" providerId="ADAL" clId="{E1BDFF36-D31A-4435-9114-39F6A8210863}" dt="2026-05-29T07:45:50.291" v="5788" actId="478"/>
          <ac:spMkLst>
            <pc:docMk/>
            <pc:sldMk cId="483626448" sldId="624"/>
            <ac:spMk id="23" creationId="{59839107-D23D-4D4D-6B55-AA15E0C3CF15}"/>
          </ac:spMkLst>
        </pc:spChg>
        <pc:spChg chg="add del mod">
          <ac:chgData name="최지훈(산업경영공학과)" userId="f10e4a28-cc96-4aa6-a477-606261d4ea34" providerId="ADAL" clId="{E1BDFF36-D31A-4435-9114-39F6A8210863}" dt="2026-05-29T07:45:50.291" v="5788" actId="478"/>
          <ac:spMkLst>
            <pc:docMk/>
            <pc:sldMk cId="483626448" sldId="624"/>
            <ac:spMk id="24" creationId="{CC3844A7-FD9F-5BC2-2654-5BBA5B8E9EF3}"/>
          </ac:spMkLst>
        </pc:spChg>
        <pc:spChg chg="add del mod">
          <ac:chgData name="최지훈(산업경영공학과)" userId="f10e4a28-cc96-4aa6-a477-606261d4ea34" providerId="ADAL" clId="{E1BDFF36-D31A-4435-9114-39F6A8210863}" dt="2026-05-29T07:45:50.291" v="5788" actId="478"/>
          <ac:spMkLst>
            <pc:docMk/>
            <pc:sldMk cId="483626448" sldId="624"/>
            <ac:spMk id="27" creationId="{28F26062-2DD0-40E0-FB16-F06742BCE07C}"/>
          </ac:spMkLst>
        </pc:spChg>
        <pc:spChg chg="add del mod">
          <ac:chgData name="최지훈(산업경영공학과)" userId="f10e4a28-cc96-4aa6-a477-606261d4ea34" providerId="ADAL" clId="{E1BDFF36-D31A-4435-9114-39F6A8210863}" dt="2026-05-29T07:45:50.291" v="5788" actId="478"/>
          <ac:spMkLst>
            <pc:docMk/>
            <pc:sldMk cId="483626448" sldId="624"/>
            <ac:spMk id="28" creationId="{2B70E80E-77BF-2D06-8C97-E3C8AE7102D3}"/>
          </ac:spMkLst>
        </pc:spChg>
        <pc:spChg chg="add del mod">
          <ac:chgData name="최지훈(산업경영공학과)" userId="f10e4a28-cc96-4aa6-a477-606261d4ea34" providerId="ADAL" clId="{E1BDFF36-D31A-4435-9114-39F6A8210863}" dt="2026-05-29T07:47:31.732" v="6093"/>
          <ac:spMkLst>
            <pc:docMk/>
            <pc:sldMk cId="483626448" sldId="624"/>
            <ac:spMk id="35" creationId="{107F1E21-7BEB-B8FF-6030-52BF16529317}"/>
          </ac:spMkLst>
        </pc:spChg>
        <pc:spChg chg="add del mod">
          <ac:chgData name="최지훈(산업경영공학과)" userId="f10e4a28-cc96-4aa6-a477-606261d4ea34" providerId="ADAL" clId="{E1BDFF36-D31A-4435-9114-39F6A8210863}" dt="2026-05-29T07:47:31.732" v="6095"/>
          <ac:spMkLst>
            <pc:docMk/>
            <pc:sldMk cId="483626448" sldId="624"/>
            <ac:spMk id="36" creationId="{80DAB27C-051D-C2E4-834C-A509E9BD4AC9}"/>
          </ac:spMkLst>
        </pc:spChg>
        <pc:spChg chg="add del mod">
          <ac:chgData name="최지훈(산업경영공학과)" userId="f10e4a28-cc96-4aa6-a477-606261d4ea34" providerId="ADAL" clId="{E1BDFF36-D31A-4435-9114-39F6A8210863}" dt="2026-05-29T07:47:31.733" v="6097"/>
          <ac:spMkLst>
            <pc:docMk/>
            <pc:sldMk cId="483626448" sldId="624"/>
            <ac:spMk id="37" creationId="{F4189FB2-6664-E2D7-815B-6DAAC35505FF}"/>
          </ac:spMkLst>
        </pc:spChg>
        <pc:spChg chg="add mod">
          <ac:chgData name="최지훈(산업경영공학과)" userId="f10e4a28-cc96-4aa6-a477-606261d4ea34" providerId="ADAL" clId="{E1BDFF36-D31A-4435-9114-39F6A8210863}" dt="2026-05-29T07:49:02.284" v="6323" actId="1076"/>
          <ac:spMkLst>
            <pc:docMk/>
            <pc:sldMk cId="483626448" sldId="624"/>
            <ac:spMk id="38" creationId="{D72F8B06-0128-8AA3-25BD-33FBCAF7AA59}"/>
          </ac:spMkLst>
        </pc:spChg>
        <pc:grpChg chg="add mod">
          <ac:chgData name="최지훈(산업경영공학과)" userId="f10e4a28-cc96-4aa6-a477-606261d4ea34" providerId="ADAL" clId="{E1BDFF36-D31A-4435-9114-39F6A8210863}" dt="2026-05-29T07:43:01.829" v="5698" actId="1076"/>
          <ac:grpSpMkLst>
            <pc:docMk/>
            <pc:sldMk cId="483626448" sldId="624"/>
            <ac:grpSpMk id="5" creationId="{E81E722E-A536-36E5-A902-95681167C25B}"/>
          </ac:grpSpMkLst>
        </pc:grpChg>
        <pc:picChg chg="add del mod">
          <ac:chgData name="최지훈(산업경영공학과)" userId="f10e4a28-cc96-4aa6-a477-606261d4ea34" providerId="ADAL" clId="{E1BDFF36-D31A-4435-9114-39F6A8210863}" dt="2026-05-29T07:42:07.584" v="5512" actId="478"/>
          <ac:picMkLst>
            <pc:docMk/>
            <pc:sldMk cId="483626448" sldId="624"/>
            <ac:picMk id="3" creationId="{ABCFAC04-4A38-91FD-478B-0886F511CA04}"/>
          </ac:picMkLst>
        </pc:picChg>
        <pc:picChg chg="del">
          <ac:chgData name="최지훈(산업경영공학과)" userId="f10e4a28-cc96-4aa6-a477-606261d4ea34" providerId="ADAL" clId="{E1BDFF36-D31A-4435-9114-39F6A8210863}" dt="2026-05-29T07:36:03.005" v="5288" actId="478"/>
          <ac:picMkLst>
            <pc:docMk/>
            <pc:sldMk cId="483626448" sldId="624"/>
            <ac:picMk id="10" creationId="{D39080F6-F066-10BC-D4F0-58AEEFFB2CD0}"/>
          </ac:picMkLst>
        </pc:picChg>
        <pc:cxnChg chg="del">
          <ac:chgData name="최지훈(산업경영공학과)" userId="f10e4a28-cc96-4aa6-a477-606261d4ea34" providerId="ADAL" clId="{E1BDFF36-D31A-4435-9114-39F6A8210863}" dt="2026-05-29T07:36:04.648" v="5290" actId="478"/>
          <ac:cxnSpMkLst>
            <pc:docMk/>
            <pc:sldMk cId="483626448" sldId="624"/>
            <ac:cxnSpMk id="12" creationId="{E349E1ED-E5F3-A9DC-5AAA-2BAE88055A00}"/>
          </ac:cxnSpMkLst>
        </pc:cxnChg>
        <pc:cxnChg chg="mod">
          <ac:chgData name="최지훈(산업경영공학과)" userId="f10e4a28-cc96-4aa6-a477-606261d4ea34" providerId="ADAL" clId="{E1BDFF36-D31A-4435-9114-39F6A8210863}" dt="2026-05-29T07:41:42.581" v="5485"/>
          <ac:cxnSpMkLst>
            <pc:docMk/>
            <pc:sldMk cId="483626448" sldId="624"/>
            <ac:cxnSpMk id="17" creationId="{30DAF55C-29CF-C933-B27D-44B6ECC8F6A9}"/>
          </ac:cxnSpMkLst>
        </pc:cxnChg>
        <pc:cxnChg chg="mod">
          <ac:chgData name="최지훈(산업경영공학과)" userId="f10e4a28-cc96-4aa6-a477-606261d4ea34" providerId="ADAL" clId="{E1BDFF36-D31A-4435-9114-39F6A8210863}" dt="2026-05-29T07:41:42.581" v="5485"/>
          <ac:cxnSpMkLst>
            <pc:docMk/>
            <pc:sldMk cId="483626448" sldId="624"/>
            <ac:cxnSpMk id="18" creationId="{B1D9904D-FF5B-226C-0F27-5596B053375F}"/>
          </ac:cxnSpMkLst>
        </pc:cxnChg>
        <pc:cxnChg chg="add del mod">
          <ac:chgData name="최지훈(산업경영공학과)" userId="f10e4a28-cc96-4aa6-a477-606261d4ea34" providerId="ADAL" clId="{E1BDFF36-D31A-4435-9114-39F6A8210863}" dt="2026-05-29T07:45:50.291" v="5788" actId="478"/>
          <ac:cxnSpMkLst>
            <pc:docMk/>
            <pc:sldMk cId="483626448" sldId="624"/>
            <ac:cxnSpMk id="21" creationId="{EBB92E40-E932-4611-7BF5-C2E064CF59BD}"/>
          </ac:cxnSpMkLst>
        </pc:cxnChg>
        <pc:cxnChg chg="add del mod">
          <ac:chgData name="최지훈(산업경영공학과)" userId="f10e4a28-cc96-4aa6-a477-606261d4ea34" providerId="ADAL" clId="{E1BDFF36-D31A-4435-9114-39F6A8210863}" dt="2026-05-29T07:45:50.291" v="5788" actId="478"/>
          <ac:cxnSpMkLst>
            <pc:docMk/>
            <pc:sldMk cId="483626448" sldId="624"/>
            <ac:cxnSpMk id="26" creationId="{F267B00D-E154-13D1-CCBD-45C94D7D2653}"/>
          </ac:cxnSpMkLst>
        </pc:cxnChg>
        <pc:cxnChg chg="add del mod">
          <ac:chgData name="최지훈(산업경영공학과)" userId="f10e4a28-cc96-4aa6-a477-606261d4ea34" providerId="ADAL" clId="{E1BDFF36-D31A-4435-9114-39F6A8210863}" dt="2026-05-29T07:45:50.291" v="5788" actId="478"/>
          <ac:cxnSpMkLst>
            <pc:docMk/>
            <pc:sldMk cId="483626448" sldId="624"/>
            <ac:cxnSpMk id="30" creationId="{81F99832-CF30-70EB-1F40-000517BF9EEF}"/>
          </ac:cxnSpMkLst>
        </pc:cxnChg>
        <pc:cxnChg chg="add del mod">
          <ac:chgData name="최지훈(산업경영공학과)" userId="f10e4a28-cc96-4aa6-a477-606261d4ea34" providerId="ADAL" clId="{E1BDFF36-D31A-4435-9114-39F6A8210863}" dt="2026-05-29T07:45:50.291" v="5788" actId="478"/>
          <ac:cxnSpMkLst>
            <pc:docMk/>
            <pc:sldMk cId="483626448" sldId="624"/>
            <ac:cxnSpMk id="32" creationId="{0D9E34FF-79CF-2A08-42BC-D323DA184978}"/>
          </ac:cxnSpMkLst>
        </pc:cxnChg>
        <pc:cxnChg chg="add del mod">
          <ac:chgData name="최지훈(산업경영공학과)" userId="f10e4a28-cc96-4aa6-a477-606261d4ea34" providerId="ADAL" clId="{E1BDFF36-D31A-4435-9114-39F6A8210863}" dt="2026-05-29T07:45:50.291" v="5788" actId="478"/>
          <ac:cxnSpMkLst>
            <pc:docMk/>
            <pc:sldMk cId="483626448" sldId="624"/>
            <ac:cxnSpMk id="33" creationId="{D62DAF67-8A43-601C-82AA-9166764DBDAE}"/>
          </ac:cxnSpMkLst>
        </pc:cxnChg>
      </pc:sldChg>
      <pc:sldChg chg="addSp delSp modSp add mod">
        <pc:chgData name="최지훈(산업경영공학과)" userId="f10e4a28-cc96-4aa6-a477-606261d4ea34" providerId="ADAL" clId="{E1BDFF36-D31A-4435-9114-39F6A8210863}" dt="2026-05-29T09:17:15.829" v="8371" actId="20577"/>
        <pc:sldMkLst>
          <pc:docMk/>
          <pc:sldMk cId="3195075773" sldId="625"/>
        </pc:sldMkLst>
        <pc:spChg chg="mod">
          <ac:chgData name="최지훈(산업경영공학과)" userId="f10e4a28-cc96-4aa6-a477-606261d4ea34" providerId="ADAL" clId="{E1BDFF36-D31A-4435-9114-39F6A8210863}" dt="2026-05-29T09:17:15.829" v="8371" actId="20577"/>
          <ac:spMkLst>
            <pc:docMk/>
            <pc:sldMk cId="3195075773" sldId="625"/>
            <ac:spMk id="4" creationId="{A1D65BB8-962C-93D4-E8F6-C739BD6B47D9}"/>
          </ac:spMkLst>
        </pc:spChg>
        <pc:spChg chg="mod">
          <ac:chgData name="최지훈(산업경영공학과)" userId="f10e4a28-cc96-4aa6-a477-606261d4ea34" providerId="ADAL" clId="{E1BDFF36-D31A-4435-9114-39F6A8210863}" dt="2026-05-29T07:51:10.145" v="6456" actId="20577"/>
          <ac:spMkLst>
            <pc:docMk/>
            <pc:sldMk cId="3195075773" sldId="625"/>
            <ac:spMk id="8" creationId="{19F419F5-8A47-B221-23A3-7D3283C620E2}"/>
          </ac:spMkLst>
        </pc:spChg>
        <pc:grpChg chg="del">
          <ac:chgData name="최지훈(산업경영공학과)" userId="f10e4a28-cc96-4aa6-a477-606261d4ea34" providerId="ADAL" clId="{E1BDFF36-D31A-4435-9114-39F6A8210863}" dt="2026-05-29T07:49:07.391" v="6324" actId="478"/>
          <ac:grpSpMkLst>
            <pc:docMk/>
            <pc:sldMk cId="3195075773" sldId="625"/>
            <ac:grpSpMk id="5" creationId="{176D23B3-12BE-C2BA-DD43-97C7B8AA3ABE}"/>
          </ac:grpSpMkLst>
        </pc:grpChg>
        <pc:picChg chg="del">
          <ac:chgData name="최지훈(산업경영공학과)" userId="f10e4a28-cc96-4aa6-a477-606261d4ea34" providerId="ADAL" clId="{E1BDFF36-D31A-4435-9114-39F6A8210863}" dt="2026-05-29T07:42:04.002" v="5510" actId="478"/>
          <ac:picMkLst>
            <pc:docMk/>
            <pc:sldMk cId="3195075773" sldId="625"/>
            <ac:picMk id="3" creationId="{DDC5DDB4-5BD8-6038-AA27-DEA190B3FFEB}"/>
          </ac:picMkLst>
        </pc:picChg>
        <pc:picChg chg="add mod">
          <ac:chgData name="최지훈(산업경영공학과)" userId="f10e4a28-cc96-4aa6-a477-606261d4ea34" providerId="ADAL" clId="{E1BDFF36-D31A-4435-9114-39F6A8210863}" dt="2026-05-29T07:49:29.085" v="6445" actId="1076"/>
          <ac:picMkLst>
            <pc:docMk/>
            <pc:sldMk cId="3195075773" sldId="625"/>
            <ac:picMk id="9" creationId="{5E269AC4-58D6-7A58-2D53-FD43D579B4B1}"/>
          </ac:picMkLst>
        </pc:picChg>
        <pc:picChg chg="add mod">
          <ac:chgData name="최지훈(산업경영공학과)" userId="f10e4a28-cc96-4aa6-a477-606261d4ea34" providerId="ADAL" clId="{E1BDFF36-D31A-4435-9114-39F6A8210863}" dt="2026-05-29T07:50:33.931" v="6447" actId="1076"/>
          <ac:picMkLst>
            <pc:docMk/>
            <pc:sldMk cId="3195075773" sldId="625"/>
            <ac:picMk id="12" creationId="{ADE78A08-3EED-7494-04E7-DAB326D684CA}"/>
          </ac:picMkLst>
        </pc:picChg>
        <pc:cxnChg chg="mod">
          <ac:chgData name="최지훈(산업경영공학과)" userId="f10e4a28-cc96-4aa6-a477-606261d4ea34" providerId="ADAL" clId="{E1BDFF36-D31A-4435-9114-39F6A8210863}" dt="2026-05-29T07:49:07.391" v="6324" actId="478"/>
          <ac:cxnSpMkLst>
            <pc:docMk/>
            <pc:sldMk cId="3195075773" sldId="625"/>
            <ac:cxnSpMk id="17" creationId="{9163D069-F99F-6A2C-DBFD-9A2BB6E1D6F3}"/>
          </ac:cxnSpMkLst>
        </pc:cxnChg>
        <pc:cxnChg chg="mod">
          <ac:chgData name="최지훈(산업경영공학과)" userId="f10e4a28-cc96-4aa6-a477-606261d4ea34" providerId="ADAL" clId="{E1BDFF36-D31A-4435-9114-39F6A8210863}" dt="2026-05-29T07:49:07.391" v="6324" actId="478"/>
          <ac:cxnSpMkLst>
            <pc:docMk/>
            <pc:sldMk cId="3195075773" sldId="625"/>
            <ac:cxnSpMk id="18" creationId="{54236535-DE2B-70AE-7962-0900D47B11E1}"/>
          </ac:cxnSpMkLst>
        </pc:cxnChg>
        <pc:cxnChg chg="mod">
          <ac:chgData name="최지훈(산업경영공학과)" userId="f10e4a28-cc96-4aa6-a477-606261d4ea34" providerId="ADAL" clId="{E1BDFF36-D31A-4435-9114-39F6A8210863}" dt="2026-05-29T07:49:07.391" v="6324" actId="478"/>
          <ac:cxnSpMkLst>
            <pc:docMk/>
            <pc:sldMk cId="3195075773" sldId="625"/>
            <ac:cxnSpMk id="19" creationId="{89036CD9-DE7E-504E-07B3-54EF56233F40}"/>
          </ac:cxnSpMkLst>
        </pc:cxnChg>
      </pc:sldChg>
      <pc:sldChg chg="addSp delSp modSp add mod">
        <pc:chgData name="최지훈(산업경영공학과)" userId="f10e4a28-cc96-4aa6-a477-606261d4ea34" providerId="ADAL" clId="{E1BDFF36-D31A-4435-9114-39F6A8210863}" dt="2026-05-29T09:17:18.511" v="8373" actId="20577"/>
        <pc:sldMkLst>
          <pc:docMk/>
          <pc:sldMk cId="4248837390" sldId="626"/>
        </pc:sldMkLst>
        <pc:spChg chg="mod">
          <ac:chgData name="최지훈(산업경영공학과)" userId="f10e4a28-cc96-4aa6-a477-606261d4ea34" providerId="ADAL" clId="{E1BDFF36-D31A-4435-9114-39F6A8210863}" dt="2026-05-29T07:55:10.461" v="6605" actId="20577"/>
          <ac:spMkLst>
            <pc:docMk/>
            <pc:sldMk cId="4248837390" sldId="626"/>
            <ac:spMk id="2" creationId="{ED108AE0-0E03-68BF-7A14-332B2495EF34}"/>
          </ac:spMkLst>
        </pc:spChg>
        <pc:spChg chg="mod">
          <ac:chgData name="최지훈(산업경영공학과)" userId="f10e4a28-cc96-4aa6-a477-606261d4ea34" providerId="ADAL" clId="{E1BDFF36-D31A-4435-9114-39F6A8210863}" dt="2026-05-29T09:17:18.511" v="8373" actId="20577"/>
          <ac:spMkLst>
            <pc:docMk/>
            <pc:sldMk cId="4248837390" sldId="626"/>
            <ac:spMk id="4" creationId="{A553BBC1-7DCE-AB23-AC98-2557154E04D6}"/>
          </ac:spMkLst>
        </pc:spChg>
        <pc:spChg chg="add del mod">
          <ac:chgData name="최지훈(산업경영공학과)" userId="f10e4a28-cc96-4aa6-a477-606261d4ea34" providerId="ADAL" clId="{E1BDFF36-D31A-4435-9114-39F6A8210863}" dt="2026-05-29T07:58:14.082" v="6921"/>
          <ac:spMkLst>
            <pc:docMk/>
            <pc:sldMk cId="4248837390" sldId="626"/>
            <ac:spMk id="7" creationId="{A141F999-ECED-F18F-B1B6-DA13E004BA54}"/>
          </ac:spMkLst>
        </pc:spChg>
        <pc:spChg chg="mod">
          <ac:chgData name="최지훈(산업경영공학과)" userId="f10e4a28-cc96-4aa6-a477-606261d4ea34" providerId="ADAL" clId="{E1BDFF36-D31A-4435-9114-39F6A8210863}" dt="2026-05-29T08:01:46.596" v="7026"/>
          <ac:spMkLst>
            <pc:docMk/>
            <pc:sldMk cId="4248837390" sldId="626"/>
            <ac:spMk id="8" creationId="{AA4636C9-5BB6-3F4F-2534-0E2E40EE407C}"/>
          </ac:spMkLst>
        </pc:spChg>
        <pc:spChg chg="add mod">
          <ac:chgData name="최지훈(산업경영공학과)" userId="f10e4a28-cc96-4aa6-a477-606261d4ea34" providerId="ADAL" clId="{E1BDFF36-D31A-4435-9114-39F6A8210863}" dt="2026-05-29T08:01:27.017" v="7025" actId="1076"/>
          <ac:spMkLst>
            <pc:docMk/>
            <pc:sldMk cId="4248837390" sldId="626"/>
            <ac:spMk id="10" creationId="{8C409CE7-87F9-A1C6-45E4-3CB1FB5BCBC8}"/>
          </ac:spMkLst>
        </pc:spChg>
        <pc:spChg chg="add mod">
          <ac:chgData name="최지훈(산업경영공학과)" userId="f10e4a28-cc96-4aa6-a477-606261d4ea34" providerId="ADAL" clId="{E1BDFF36-D31A-4435-9114-39F6A8210863}" dt="2026-05-29T07:58:53" v="6961" actId="1076"/>
          <ac:spMkLst>
            <pc:docMk/>
            <pc:sldMk cId="4248837390" sldId="626"/>
            <ac:spMk id="14" creationId="{702B5E74-52FC-5747-33F0-EBF76D94D00F}"/>
          </ac:spMkLst>
        </pc:spChg>
        <pc:spChg chg="add mod">
          <ac:chgData name="최지훈(산업경영공학과)" userId="f10e4a28-cc96-4aa6-a477-606261d4ea34" providerId="ADAL" clId="{E1BDFF36-D31A-4435-9114-39F6A8210863}" dt="2026-05-29T07:58:54.936" v="6962" actId="1076"/>
          <ac:spMkLst>
            <pc:docMk/>
            <pc:sldMk cId="4248837390" sldId="626"/>
            <ac:spMk id="15" creationId="{B2730379-F43B-2157-0CF7-052E0F3C7D28}"/>
          </ac:spMkLst>
        </pc:spChg>
        <pc:spChg chg="add mod">
          <ac:chgData name="최지훈(산업경영공학과)" userId="f10e4a28-cc96-4aa6-a477-606261d4ea34" providerId="ADAL" clId="{E1BDFF36-D31A-4435-9114-39F6A8210863}" dt="2026-05-29T07:59:04.826" v="6968" actId="1076"/>
          <ac:spMkLst>
            <pc:docMk/>
            <pc:sldMk cId="4248837390" sldId="626"/>
            <ac:spMk id="16" creationId="{0E9F58DD-8054-E581-97B6-6BE40B5429E5}"/>
          </ac:spMkLst>
        </pc:spChg>
        <pc:spChg chg="add del mod">
          <ac:chgData name="최지훈(산업경영공학과)" userId="f10e4a28-cc96-4aa6-a477-606261d4ea34" providerId="ADAL" clId="{E1BDFF36-D31A-4435-9114-39F6A8210863}" dt="2026-05-29T08:04:34.037" v="7089" actId="478"/>
          <ac:spMkLst>
            <pc:docMk/>
            <pc:sldMk cId="4248837390" sldId="626"/>
            <ac:spMk id="19" creationId="{F34FEAAA-1869-F3BF-31C5-40B5224849F7}"/>
          </ac:spMkLst>
        </pc:spChg>
        <pc:spChg chg="add mod">
          <ac:chgData name="최지훈(산업경영공학과)" userId="f10e4a28-cc96-4aa6-a477-606261d4ea34" providerId="ADAL" clId="{E1BDFF36-D31A-4435-9114-39F6A8210863}" dt="2026-05-29T08:00:14.375" v="6996" actId="1076"/>
          <ac:spMkLst>
            <pc:docMk/>
            <pc:sldMk cId="4248837390" sldId="626"/>
            <ac:spMk id="23" creationId="{468D6582-554B-7FCA-9C3F-4EC881D5C1E4}"/>
          </ac:spMkLst>
        </pc:spChg>
        <pc:spChg chg="add mod">
          <ac:chgData name="최지훈(산업경영공학과)" userId="f10e4a28-cc96-4aa6-a477-606261d4ea34" providerId="ADAL" clId="{E1BDFF36-D31A-4435-9114-39F6A8210863}" dt="2026-05-29T08:00:26.509" v="6998" actId="1076"/>
          <ac:spMkLst>
            <pc:docMk/>
            <pc:sldMk cId="4248837390" sldId="626"/>
            <ac:spMk id="24" creationId="{3D4E4F2C-3540-9914-0625-5C4B666A959D}"/>
          </ac:spMkLst>
        </pc:spChg>
        <pc:spChg chg="add mod">
          <ac:chgData name="최지훈(산업경영공학과)" userId="f10e4a28-cc96-4aa6-a477-606261d4ea34" providerId="ADAL" clId="{E1BDFF36-D31A-4435-9114-39F6A8210863}" dt="2026-05-29T08:00:33.256" v="7004"/>
          <ac:spMkLst>
            <pc:docMk/>
            <pc:sldMk cId="4248837390" sldId="626"/>
            <ac:spMk id="25" creationId="{F875983F-8E83-6461-CD10-55A8837CBB21}"/>
          </ac:spMkLst>
        </pc:spChg>
        <pc:spChg chg="add del mod">
          <ac:chgData name="최지훈(산업경영공학과)" userId="f10e4a28-cc96-4aa6-a477-606261d4ea34" providerId="ADAL" clId="{E1BDFF36-D31A-4435-9114-39F6A8210863}" dt="2026-05-29T08:00:51.283" v="7011" actId="478"/>
          <ac:spMkLst>
            <pc:docMk/>
            <pc:sldMk cId="4248837390" sldId="626"/>
            <ac:spMk id="28" creationId="{15297675-E39D-B64A-F986-2D60892EB48F}"/>
          </ac:spMkLst>
        </pc:spChg>
        <pc:spChg chg="add mod">
          <ac:chgData name="최지훈(산업경영공학과)" userId="f10e4a28-cc96-4aa6-a477-606261d4ea34" providerId="ADAL" clId="{E1BDFF36-D31A-4435-9114-39F6A8210863}" dt="2026-05-29T08:02:07.164" v="7043"/>
          <ac:spMkLst>
            <pc:docMk/>
            <pc:sldMk cId="4248837390" sldId="626"/>
            <ac:spMk id="33" creationId="{2F3069A0-4A0B-6B5C-DCB0-53F2A2DFD66E}"/>
          </ac:spMkLst>
        </pc:spChg>
        <pc:spChg chg="add mod">
          <ac:chgData name="최지훈(산업경영공학과)" userId="f10e4a28-cc96-4aa6-a477-606261d4ea34" providerId="ADAL" clId="{E1BDFF36-D31A-4435-9114-39F6A8210863}" dt="2026-05-29T08:04:41.424" v="7101" actId="1076"/>
          <ac:spMkLst>
            <pc:docMk/>
            <pc:sldMk cId="4248837390" sldId="626"/>
            <ac:spMk id="49" creationId="{3196887A-600A-B940-316F-E402B85D81B4}"/>
          </ac:spMkLst>
        </pc:spChg>
        <pc:spChg chg="add mod">
          <ac:chgData name="최지훈(산업경영공학과)" userId="f10e4a28-cc96-4aa6-a477-606261d4ea34" providerId="ADAL" clId="{E1BDFF36-D31A-4435-9114-39F6A8210863}" dt="2026-05-29T08:04:45.437" v="7109"/>
          <ac:spMkLst>
            <pc:docMk/>
            <pc:sldMk cId="4248837390" sldId="626"/>
            <ac:spMk id="50" creationId="{6F296FA4-981E-F3CB-709E-36495C882BAA}"/>
          </ac:spMkLst>
        </pc:spChg>
        <pc:spChg chg="add mod">
          <ac:chgData name="최지훈(산업경영공학과)" userId="f10e4a28-cc96-4aa6-a477-606261d4ea34" providerId="ADAL" clId="{E1BDFF36-D31A-4435-9114-39F6A8210863}" dt="2026-05-29T08:04:50.144" v="7122" actId="1076"/>
          <ac:spMkLst>
            <pc:docMk/>
            <pc:sldMk cId="4248837390" sldId="626"/>
            <ac:spMk id="51" creationId="{4300FE92-3EB1-2841-4E11-2F585D0BDC9E}"/>
          </ac:spMkLst>
        </pc:spChg>
        <pc:graphicFrameChg chg="add del mod modGraphic">
          <ac:chgData name="최지훈(산업경영공학과)" userId="f10e4a28-cc96-4aa6-a477-606261d4ea34" providerId="ADAL" clId="{E1BDFF36-D31A-4435-9114-39F6A8210863}" dt="2026-05-29T07:57:54.802" v="6908" actId="3680"/>
          <ac:graphicFrameMkLst>
            <pc:docMk/>
            <pc:sldMk cId="4248837390" sldId="626"/>
            <ac:graphicFrameMk id="5" creationId="{F7252FE0-B194-D3E2-ACEB-D39C31CA552F}"/>
          </ac:graphicFrameMkLst>
        </pc:graphicFrameChg>
        <pc:graphicFrameChg chg="add mod modGraphic">
          <ac:chgData name="최지훈(산업경영공학과)" userId="f10e4a28-cc96-4aa6-a477-606261d4ea34" providerId="ADAL" clId="{E1BDFF36-D31A-4435-9114-39F6A8210863}" dt="2026-05-29T08:01:27.017" v="7025" actId="1076"/>
          <ac:graphicFrameMkLst>
            <pc:docMk/>
            <pc:sldMk cId="4248837390" sldId="626"/>
            <ac:graphicFrameMk id="6" creationId="{32D1A386-387E-9B26-6E3C-6842AABC04BD}"/>
          </ac:graphicFrameMkLst>
        </pc:graphicFrameChg>
        <pc:graphicFrameChg chg="add mod modGraphic">
          <ac:chgData name="최지훈(산업경영공학과)" userId="f10e4a28-cc96-4aa6-a477-606261d4ea34" providerId="ADAL" clId="{E1BDFF36-D31A-4435-9114-39F6A8210863}" dt="2026-05-29T08:03:01.963" v="7062" actId="1076"/>
          <ac:graphicFrameMkLst>
            <pc:docMk/>
            <pc:sldMk cId="4248837390" sldId="626"/>
            <ac:graphicFrameMk id="34" creationId="{514F8147-FEFA-3A52-7560-BEA2EA5DB6F7}"/>
          </ac:graphicFrameMkLst>
        </pc:graphicFrameChg>
        <pc:graphicFrameChg chg="add mod modGraphic">
          <ac:chgData name="최지훈(산업경영공학과)" userId="f10e4a28-cc96-4aa6-a477-606261d4ea34" providerId="ADAL" clId="{E1BDFF36-D31A-4435-9114-39F6A8210863}" dt="2026-05-29T08:04:05.548" v="7086" actId="12385"/>
          <ac:graphicFrameMkLst>
            <pc:docMk/>
            <pc:sldMk cId="4248837390" sldId="626"/>
            <ac:graphicFrameMk id="40" creationId="{9C5DCBCF-EF06-3A49-FFF3-CCC6F321EA28}"/>
          </ac:graphicFrameMkLst>
        </pc:graphicFrameChg>
        <pc:graphicFrameChg chg="add del mod">
          <ac:chgData name="최지훈(산업경영공학과)" userId="f10e4a28-cc96-4aa6-a477-606261d4ea34" providerId="ADAL" clId="{E1BDFF36-D31A-4435-9114-39F6A8210863}" dt="2026-05-29T08:03:31.424" v="7077" actId="478"/>
          <ac:graphicFrameMkLst>
            <pc:docMk/>
            <pc:sldMk cId="4248837390" sldId="626"/>
            <ac:graphicFrameMk id="41" creationId="{68E262DE-9A29-B727-EAB7-0535BC39A8C0}"/>
          </ac:graphicFrameMkLst>
        </pc:graphicFrameChg>
        <pc:picChg chg="mod">
          <ac:chgData name="최지훈(산업경영공학과)" userId="f10e4a28-cc96-4aa6-a477-606261d4ea34" providerId="ADAL" clId="{E1BDFF36-D31A-4435-9114-39F6A8210863}" dt="2026-05-29T08:01:19.716" v="7024" actId="1076"/>
          <ac:picMkLst>
            <pc:docMk/>
            <pc:sldMk cId="4248837390" sldId="626"/>
            <ac:picMk id="3" creationId="{E4B04502-0EBA-5494-2C93-AD82499E8730}"/>
          </ac:picMkLst>
        </pc:picChg>
        <pc:picChg chg="del">
          <ac:chgData name="최지훈(산업경영공학과)" userId="f10e4a28-cc96-4aa6-a477-606261d4ea34" providerId="ADAL" clId="{E1BDFF36-D31A-4435-9114-39F6A8210863}" dt="2026-05-29T07:55:15.232" v="6606" actId="478"/>
          <ac:picMkLst>
            <pc:docMk/>
            <pc:sldMk cId="4248837390" sldId="626"/>
            <ac:picMk id="9" creationId="{C23A3BA8-D83F-9BD4-A51C-5E82629CFC2A}"/>
          </ac:picMkLst>
        </pc:picChg>
        <pc:picChg chg="del">
          <ac:chgData name="최지훈(산업경영공학과)" userId="f10e4a28-cc96-4aa6-a477-606261d4ea34" providerId="ADAL" clId="{E1BDFF36-D31A-4435-9114-39F6A8210863}" dt="2026-05-29T07:55:15.866" v="6607" actId="478"/>
          <ac:picMkLst>
            <pc:docMk/>
            <pc:sldMk cId="4248837390" sldId="626"/>
            <ac:picMk id="12" creationId="{B47C626D-2272-E39F-13FA-4C9A8E05E228}"/>
          </ac:picMkLst>
        </pc:picChg>
        <pc:picChg chg="mod">
          <ac:chgData name="최지훈(산업경영공학과)" userId="f10e4a28-cc96-4aa6-a477-606261d4ea34" providerId="ADAL" clId="{E1BDFF36-D31A-4435-9114-39F6A8210863}" dt="2026-05-29T08:03:38.086" v="7078" actId="1076"/>
          <ac:picMkLst>
            <pc:docMk/>
            <pc:sldMk cId="4248837390" sldId="626"/>
            <ac:picMk id="32" creationId="{7C055E6C-D01F-D4F4-FE10-A37F2527070A}"/>
          </ac:picMkLst>
        </pc:picChg>
        <pc:picChg chg="add mod">
          <ac:chgData name="최지훈(산업경영공학과)" userId="f10e4a28-cc96-4aa6-a477-606261d4ea34" providerId="ADAL" clId="{E1BDFF36-D31A-4435-9114-39F6A8210863}" dt="2026-05-29T08:03:28.722" v="7076" actId="1076"/>
          <ac:picMkLst>
            <pc:docMk/>
            <pc:sldMk cId="4248837390" sldId="626"/>
            <ac:picMk id="42" creationId="{344932BC-FC1F-A52A-3F23-42802B85F9A2}"/>
          </ac:picMkLst>
        </pc:picChg>
        <pc:cxnChg chg="add mod">
          <ac:chgData name="최지훈(산업경영공학과)" userId="f10e4a28-cc96-4aa6-a477-606261d4ea34" providerId="ADAL" clId="{E1BDFF36-D31A-4435-9114-39F6A8210863}" dt="2026-05-29T07:58:39.433" v="6941" actId="1076"/>
          <ac:cxnSpMkLst>
            <pc:docMk/>
            <pc:sldMk cId="4248837390" sldId="626"/>
            <ac:cxnSpMk id="13" creationId="{55FA7C0E-3D54-A860-05D4-6EC719093744}"/>
          </ac:cxnSpMkLst>
        </pc:cxnChg>
        <pc:cxnChg chg="add del mod">
          <ac:chgData name="최지훈(산업경영공학과)" userId="f10e4a28-cc96-4aa6-a477-606261d4ea34" providerId="ADAL" clId="{E1BDFF36-D31A-4435-9114-39F6A8210863}" dt="2026-05-29T08:04:32.868" v="7088" actId="478"/>
          <ac:cxnSpMkLst>
            <pc:docMk/>
            <pc:sldMk cId="4248837390" sldId="626"/>
            <ac:cxnSpMk id="18" creationId="{2F6A4115-2735-1185-1E86-2345A796674F}"/>
          </ac:cxnSpMkLst>
        </pc:cxnChg>
        <pc:cxnChg chg="add mod">
          <ac:chgData name="최지훈(산업경영공학과)" userId="f10e4a28-cc96-4aa6-a477-606261d4ea34" providerId="ADAL" clId="{E1BDFF36-D31A-4435-9114-39F6A8210863}" dt="2026-05-29T08:00:03.994" v="6983" actId="1076"/>
          <ac:cxnSpMkLst>
            <pc:docMk/>
            <pc:sldMk cId="4248837390" sldId="626"/>
            <ac:cxnSpMk id="20" creationId="{2A6E6772-E686-5CA3-DF05-D6BE2A9C14BE}"/>
          </ac:cxnSpMkLst>
        </pc:cxnChg>
        <pc:cxnChg chg="add del mod">
          <ac:chgData name="최지훈(산업경영공학과)" userId="f10e4a28-cc96-4aa6-a477-606261d4ea34" providerId="ADAL" clId="{E1BDFF36-D31A-4435-9114-39F6A8210863}" dt="2026-05-29T08:04:34.965" v="7090" actId="478"/>
          <ac:cxnSpMkLst>
            <pc:docMk/>
            <pc:sldMk cId="4248837390" sldId="626"/>
            <ac:cxnSpMk id="26" creationId="{E7B45503-C744-6120-CE97-4E0E20CE7249}"/>
          </ac:cxnSpMkLst>
        </pc:cxnChg>
        <pc:cxnChg chg="add mod">
          <ac:chgData name="최지훈(산업경영공학과)" userId="f10e4a28-cc96-4aa6-a477-606261d4ea34" providerId="ADAL" clId="{E1BDFF36-D31A-4435-9114-39F6A8210863}" dt="2026-05-29T08:04:00.656" v="7085" actId="14100"/>
          <ac:cxnSpMkLst>
            <pc:docMk/>
            <pc:sldMk cId="4248837390" sldId="626"/>
            <ac:cxnSpMk id="30" creationId="{2A025A6F-E596-CA17-9237-CBD3828E7ECA}"/>
          </ac:cxnSpMkLst>
        </pc:cxnChg>
        <pc:cxnChg chg="add mod">
          <ac:chgData name="최지훈(산업경영공학과)" userId="f10e4a28-cc96-4aa6-a477-606261d4ea34" providerId="ADAL" clId="{E1BDFF36-D31A-4435-9114-39F6A8210863}" dt="2026-05-29T08:02:53.110" v="7061" actId="208"/>
          <ac:cxnSpMkLst>
            <pc:docMk/>
            <pc:sldMk cId="4248837390" sldId="626"/>
            <ac:cxnSpMk id="35" creationId="{9CE25D6A-6817-72D4-B495-22C4A98F3879}"/>
          </ac:cxnSpMkLst>
        </pc:cxnChg>
        <pc:cxnChg chg="add mod">
          <ac:chgData name="최지훈(산업경영공학과)" userId="f10e4a28-cc96-4aa6-a477-606261d4ea34" providerId="ADAL" clId="{E1BDFF36-D31A-4435-9114-39F6A8210863}" dt="2026-05-29T08:04:13.843" v="7087" actId="208"/>
          <ac:cxnSpMkLst>
            <pc:docMk/>
            <pc:sldMk cId="4248837390" sldId="626"/>
            <ac:cxnSpMk id="43" creationId="{8193014B-CB9E-03C8-24D3-34299E21049A}"/>
          </ac:cxnSpMkLst>
        </pc:cxnChg>
        <pc:cxnChg chg="add del mod">
          <ac:chgData name="최지훈(산업경영공학과)" userId="f10e4a28-cc96-4aa6-a477-606261d4ea34" providerId="ADAL" clId="{E1BDFF36-D31A-4435-9114-39F6A8210863}" dt="2026-05-29T08:03:45.054" v="7081" actId="478"/>
          <ac:cxnSpMkLst>
            <pc:docMk/>
            <pc:sldMk cId="4248837390" sldId="626"/>
            <ac:cxnSpMk id="44" creationId="{5A7F43C5-4A93-F9A5-07EB-5CE1F1D3430F}"/>
          </ac:cxnSpMkLst>
        </pc:cxnChg>
      </pc:sldChg>
      <pc:sldChg chg="addSp delSp modSp add mod">
        <pc:chgData name="최지훈(산업경영공학과)" userId="f10e4a28-cc96-4aa6-a477-606261d4ea34" providerId="ADAL" clId="{E1BDFF36-D31A-4435-9114-39F6A8210863}" dt="2026-05-29T09:17:22.268" v="8379" actId="20577"/>
        <pc:sldMkLst>
          <pc:docMk/>
          <pc:sldMk cId="1631534129" sldId="627"/>
        </pc:sldMkLst>
        <pc:spChg chg="mod">
          <ac:chgData name="최지훈(산업경영공학과)" userId="f10e4a28-cc96-4aa6-a477-606261d4ea34" providerId="ADAL" clId="{E1BDFF36-D31A-4435-9114-39F6A8210863}" dt="2026-05-29T09:17:22.268" v="8379" actId="20577"/>
          <ac:spMkLst>
            <pc:docMk/>
            <pc:sldMk cId="1631534129" sldId="627"/>
            <ac:spMk id="4" creationId="{8675CEE3-340C-8621-91A8-BD05EFFE5DA9}"/>
          </ac:spMkLst>
        </pc:spChg>
        <pc:spChg chg="add mod">
          <ac:chgData name="최지훈(산업경영공학과)" userId="f10e4a28-cc96-4aa6-a477-606261d4ea34" providerId="ADAL" clId="{E1BDFF36-D31A-4435-9114-39F6A8210863}" dt="2026-05-29T08:09:24.507" v="7375" actId="113"/>
          <ac:spMkLst>
            <pc:docMk/>
            <pc:sldMk cId="1631534129" sldId="627"/>
            <ac:spMk id="7" creationId="{47178149-6388-7F6C-7735-7A4F799199C0}"/>
          </ac:spMkLst>
        </pc:spChg>
        <pc:spChg chg="mod">
          <ac:chgData name="최지훈(산업경영공학과)" userId="f10e4a28-cc96-4aa6-a477-606261d4ea34" providerId="ADAL" clId="{E1BDFF36-D31A-4435-9114-39F6A8210863}" dt="2026-05-29T08:08:46.314" v="7237"/>
          <ac:spMkLst>
            <pc:docMk/>
            <pc:sldMk cId="1631534129" sldId="627"/>
            <ac:spMk id="8" creationId="{383CA945-F156-B721-D1BB-3C482C24A083}"/>
          </ac:spMkLst>
        </pc:spChg>
        <pc:spChg chg="del">
          <ac:chgData name="최지훈(산업경영공학과)" userId="f10e4a28-cc96-4aa6-a477-606261d4ea34" providerId="ADAL" clId="{E1BDFF36-D31A-4435-9114-39F6A8210863}" dt="2026-05-29T08:08:38.784" v="7236" actId="478"/>
          <ac:spMkLst>
            <pc:docMk/>
            <pc:sldMk cId="1631534129" sldId="627"/>
            <ac:spMk id="10" creationId="{31386124-A6DB-5FAD-59B8-4E23AD88D9AB}"/>
          </ac:spMkLst>
        </pc:spChg>
        <pc:spChg chg="del">
          <ac:chgData name="최지훈(산업경영공학과)" userId="f10e4a28-cc96-4aa6-a477-606261d4ea34" providerId="ADAL" clId="{E1BDFF36-D31A-4435-9114-39F6A8210863}" dt="2026-05-29T08:08:38.784" v="7236" actId="478"/>
          <ac:spMkLst>
            <pc:docMk/>
            <pc:sldMk cId="1631534129" sldId="627"/>
            <ac:spMk id="33" creationId="{7658EB7E-2E92-3E3E-0266-FEE58638CE49}"/>
          </ac:spMkLst>
        </pc:spChg>
        <pc:graphicFrameChg chg="del">
          <ac:chgData name="최지훈(산업경영공학과)" userId="f10e4a28-cc96-4aa6-a477-606261d4ea34" providerId="ADAL" clId="{E1BDFF36-D31A-4435-9114-39F6A8210863}" dt="2026-05-29T08:08:38.784" v="7236" actId="478"/>
          <ac:graphicFrameMkLst>
            <pc:docMk/>
            <pc:sldMk cId="1631534129" sldId="627"/>
            <ac:graphicFrameMk id="6" creationId="{FB7847A7-2AD7-1F64-15D4-32ECE89BE219}"/>
          </ac:graphicFrameMkLst>
        </pc:graphicFrameChg>
        <pc:graphicFrameChg chg="del">
          <ac:chgData name="최지훈(산업경영공학과)" userId="f10e4a28-cc96-4aa6-a477-606261d4ea34" providerId="ADAL" clId="{E1BDFF36-D31A-4435-9114-39F6A8210863}" dt="2026-05-29T08:08:38.784" v="7236" actId="478"/>
          <ac:graphicFrameMkLst>
            <pc:docMk/>
            <pc:sldMk cId="1631534129" sldId="627"/>
            <ac:graphicFrameMk id="34" creationId="{A61C27AD-9292-3970-57B4-87D946A6961D}"/>
          </ac:graphicFrameMkLst>
        </pc:graphicFrameChg>
        <pc:graphicFrameChg chg="del">
          <ac:chgData name="최지훈(산업경영공학과)" userId="f10e4a28-cc96-4aa6-a477-606261d4ea34" providerId="ADAL" clId="{E1BDFF36-D31A-4435-9114-39F6A8210863}" dt="2026-05-29T08:08:38.784" v="7236" actId="478"/>
          <ac:graphicFrameMkLst>
            <pc:docMk/>
            <pc:sldMk cId="1631534129" sldId="627"/>
            <ac:graphicFrameMk id="40" creationId="{7C814671-EDD5-1883-08FA-33739B6A61BF}"/>
          </ac:graphicFrameMkLst>
        </pc:graphicFrameChg>
        <pc:picChg chg="del">
          <ac:chgData name="최지훈(산업경영공학과)" userId="f10e4a28-cc96-4aa6-a477-606261d4ea34" providerId="ADAL" clId="{E1BDFF36-D31A-4435-9114-39F6A8210863}" dt="2026-05-29T08:08:38.784" v="7236" actId="478"/>
          <ac:picMkLst>
            <pc:docMk/>
            <pc:sldMk cId="1631534129" sldId="627"/>
            <ac:picMk id="3" creationId="{15168DD2-D3B1-01FF-ABDA-1E986887A4EA}"/>
          </ac:picMkLst>
        </pc:picChg>
        <pc:picChg chg="mod">
          <ac:chgData name="최지훈(산업경영공학과)" userId="f10e4a28-cc96-4aa6-a477-606261d4ea34" providerId="ADAL" clId="{E1BDFF36-D31A-4435-9114-39F6A8210863}" dt="2026-05-29T08:09:27.029" v="7376" actId="1076"/>
          <ac:picMkLst>
            <pc:docMk/>
            <pc:sldMk cId="1631534129" sldId="627"/>
            <ac:picMk id="5" creationId="{455D324A-EFB4-4B19-B390-455026558378}"/>
          </ac:picMkLst>
        </pc:picChg>
        <pc:picChg chg="del">
          <ac:chgData name="최지훈(산업경영공학과)" userId="f10e4a28-cc96-4aa6-a477-606261d4ea34" providerId="ADAL" clId="{E1BDFF36-D31A-4435-9114-39F6A8210863}" dt="2026-05-29T08:08:38.784" v="7236" actId="478"/>
          <ac:picMkLst>
            <pc:docMk/>
            <pc:sldMk cId="1631534129" sldId="627"/>
            <ac:picMk id="32" creationId="{6B7195B3-9E42-FEA1-D60A-0AF72E0C592E}"/>
          </ac:picMkLst>
        </pc:picChg>
        <pc:picChg chg="del">
          <ac:chgData name="최지훈(산업경영공학과)" userId="f10e4a28-cc96-4aa6-a477-606261d4ea34" providerId="ADAL" clId="{E1BDFF36-D31A-4435-9114-39F6A8210863}" dt="2026-05-29T08:08:38.784" v="7236" actId="478"/>
          <ac:picMkLst>
            <pc:docMk/>
            <pc:sldMk cId="1631534129" sldId="627"/>
            <ac:picMk id="42" creationId="{92160DE3-7D80-120E-D42E-17653EA25400}"/>
          </ac:picMkLst>
        </pc:picChg>
      </pc:sldChg>
      <pc:sldChg chg="addSp delSp modSp add mod">
        <pc:chgData name="최지훈(산업경영공학과)" userId="f10e4a28-cc96-4aa6-a477-606261d4ea34" providerId="ADAL" clId="{E1BDFF36-D31A-4435-9114-39F6A8210863}" dt="2026-05-29T09:17:24.777" v="8381" actId="20577"/>
        <pc:sldMkLst>
          <pc:docMk/>
          <pc:sldMk cId="1674464908" sldId="628"/>
        </pc:sldMkLst>
        <pc:spChg chg="mod">
          <ac:chgData name="최지훈(산업경영공학과)" userId="f10e4a28-cc96-4aa6-a477-606261d4ea34" providerId="ADAL" clId="{E1BDFF36-D31A-4435-9114-39F6A8210863}" dt="2026-05-29T09:17:24.777" v="8381" actId="20577"/>
          <ac:spMkLst>
            <pc:docMk/>
            <pc:sldMk cId="1674464908" sldId="628"/>
            <ac:spMk id="4" creationId="{E6D5DD1D-61D9-C255-9813-652D09F266E7}"/>
          </ac:spMkLst>
        </pc:spChg>
        <pc:spChg chg="add mod ord">
          <ac:chgData name="최지훈(산업경영공학과)" userId="f10e4a28-cc96-4aa6-a477-606261d4ea34" providerId="ADAL" clId="{E1BDFF36-D31A-4435-9114-39F6A8210863}" dt="2026-05-29T08:12:04.687" v="7480" actId="167"/>
          <ac:spMkLst>
            <pc:docMk/>
            <pc:sldMk cId="1674464908" sldId="628"/>
            <ac:spMk id="10" creationId="{E41341CB-DB98-6728-4000-00142EB119BA}"/>
          </ac:spMkLst>
        </pc:spChg>
        <pc:spChg chg="add mod">
          <ac:chgData name="최지훈(산업경영공학과)" userId="f10e4a28-cc96-4aa6-a477-606261d4ea34" providerId="ADAL" clId="{E1BDFF36-D31A-4435-9114-39F6A8210863}" dt="2026-05-29T08:11:53.644" v="7478"/>
          <ac:spMkLst>
            <pc:docMk/>
            <pc:sldMk cId="1674464908" sldId="628"/>
            <ac:spMk id="11" creationId="{1EDF99F8-7A1B-65BF-C84A-BF6EE0C1E057}"/>
          </ac:spMkLst>
        </pc:spChg>
        <pc:graphicFrameChg chg="add del mod modGraphic">
          <ac:chgData name="최지훈(산업경영공학과)" userId="f10e4a28-cc96-4aa6-a477-606261d4ea34" providerId="ADAL" clId="{E1BDFF36-D31A-4435-9114-39F6A8210863}" dt="2026-05-29T08:11:07.583" v="7389" actId="1076"/>
          <ac:graphicFrameMkLst>
            <pc:docMk/>
            <pc:sldMk cId="1674464908" sldId="628"/>
            <ac:graphicFrameMk id="3" creationId="{B90A5983-1F26-5489-C951-BB1A62602260}"/>
          </ac:graphicFrameMkLst>
        </pc:graphicFrameChg>
        <pc:graphicFrameChg chg="add mod modGraphic">
          <ac:chgData name="최지훈(산업경영공학과)" userId="f10e4a28-cc96-4aa6-a477-606261d4ea34" providerId="ADAL" clId="{E1BDFF36-D31A-4435-9114-39F6A8210863}" dt="2026-05-29T08:11:33.342" v="7404" actId="1076"/>
          <ac:graphicFrameMkLst>
            <pc:docMk/>
            <pc:sldMk cId="1674464908" sldId="628"/>
            <ac:graphicFrameMk id="6" creationId="{3A7033E9-FD51-FA17-1D51-875E107FD3A5}"/>
          </ac:graphicFrameMkLst>
        </pc:graphicFrameChg>
        <pc:graphicFrameChg chg="add mod modGraphic">
          <ac:chgData name="최지훈(산업경영공학과)" userId="f10e4a28-cc96-4aa6-a477-606261d4ea34" providerId="ADAL" clId="{E1BDFF36-D31A-4435-9114-39F6A8210863}" dt="2026-05-29T08:11:57.127" v="7479" actId="1076"/>
          <ac:graphicFrameMkLst>
            <pc:docMk/>
            <pc:sldMk cId="1674464908" sldId="628"/>
            <ac:graphicFrameMk id="9" creationId="{CA94E38D-A208-EE4A-B554-6F53BF66D233}"/>
          </ac:graphicFrameMkLst>
        </pc:graphicFrameChg>
        <pc:graphicFrameChg chg="add mod">
          <ac:chgData name="최지훈(산업경영공학과)" userId="f10e4a28-cc96-4aa6-a477-606261d4ea34" providerId="ADAL" clId="{E1BDFF36-D31A-4435-9114-39F6A8210863}" dt="2026-05-29T08:12:11.692" v="7482" actId="1076"/>
          <ac:graphicFrameMkLst>
            <pc:docMk/>
            <pc:sldMk cId="1674464908" sldId="628"/>
            <ac:graphicFrameMk id="12" creationId="{CF01A4A4-583F-5E5E-D891-980CFF2FF0CC}"/>
          </ac:graphicFrameMkLst>
        </pc:graphicFrameChg>
      </pc:sldChg>
      <pc:sldChg chg="addSp delSp modSp add mod">
        <pc:chgData name="최지훈(산업경영공학과)" userId="f10e4a28-cc96-4aa6-a477-606261d4ea34" providerId="ADAL" clId="{E1BDFF36-D31A-4435-9114-39F6A8210863}" dt="2026-05-29T09:17:27.731" v="8383" actId="20577"/>
        <pc:sldMkLst>
          <pc:docMk/>
          <pc:sldMk cId="851387056" sldId="629"/>
        </pc:sldMkLst>
        <pc:spChg chg="mod">
          <ac:chgData name="최지훈(산업경영공학과)" userId="f10e4a28-cc96-4aa6-a477-606261d4ea34" providerId="ADAL" clId="{E1BDFF36-D31A-4435-9114-39F6A8210863}" dt="2026-05-29T09:17:27.731" v="8383" actId="20577"/>
          <ac:spMkLst>
            <pc:docMk/>
            <pc:sldMk cId="851387056" sldId="629"/>
            <ac:spMk id="4" creationId="{85F24F6C-C4DE-6DA2-455C-45A95A28A51B}"/>
          </ac:spMkLst>
        </pc:spChg>
        <pc:spChg chg="del">
          <ac:chgData name="최지훈(산업경영공학과)" userId="f10e4a28-cc96-4aa6-a477-606261d4ea34" providerId="ADAL" clId="{E1BDFF36-D31A-4435-9114-39F6A8210863}" dt="2026-05-29T08:12:42.915" v="7484" actId="478"/>
          <ac:spMkLst>
            <pc:docMk/>
            <pc:sldMk cId="851387056" sldId="629"/>
            <ac:spMk id="7" creationId="{215CD453-45B2-67C6-2777-2A12B1B8FD15}"/>
          </ac:spMkLst>
        </pc:spChg>
        <pc:spChg chg="add del">
          <ac:chgData name="최지훈(산업경영공학과)" userId="f10e4a28-cc96-4aa6-a477-606261d4ea34" providerId="ADAL" clId="{E1BDFF36-D31A-4435-9114-39F6A8210863}" dt="2026-05-29T08:12:49.939" v="7487" actId="478"/>
          <ac:spMkLst>
            <pc:docMk/>
            <pc:sldMk cId="851387056" sldId="629"/>
            <ac:spMk id="10" creationId="{020701FA-71F4-CE74-CA82-317BC847A7D5}"/>
          </ac:spMkLst>
        </pc:spChg>
        <pc:spChg chg="add del">
          <ac:chgData name="최지훈(산업경영공학과)" userId="f10e4a28-cc96-4aa6-a477-606261d4ea34" providerId="ADAL" clId="{E1BDFF36-D31A-4435-9114-39F6A8210863}" dt="2026-05-29T08:12:49.939" v="7487" actId="478"/>
          <ac:spMkLst>
            <pc:docMk/>
            <pc:sldMk cId="851387056" sldId="629"/>
            <ac:spMk id="11" creationId="{5C2C8CC2-CB34-3A1B-8AC7-FA281B6A4D24}"/>
          </ac:spMkLst>
        </pc:spChg>
        <pc:spChg chg="add del">
          <ac:chgData name="최지훈(산업경영공학과)" userId="f10e4a28-cc96-4aa6-a477-606261d4ea34" providerId="ADAL" clId="{E1BDFF36-D31A-4435-9114-39F6A8210863}" dt="2026-05-29T08:12:47.733" v="7486" actId="478"/>
          <ac:spMkLst>
            <pc:docMk/>
            <pc:sldMk cId="851387056" sldId="629"/>
            <ac:spMk id="16" creationId="{4EA6D173-ABA7-46D3-5019-8E32D43AFF40}"/>
          </ac:spMkLst>
        </pc:spChg>
        <pc:spChg chg="add mod">
          <ac:chgData name="최지훈(산업경영공학과)" userId="f10e4a28-cc96-4aa6-a477-606261d4ea34" providerId="ADAL" clId="{E1BDFF36-D31A-4435-9114-39F6A8210863}" dt="2026-05-29T08:13:54.106" v="7610" actId="1076"/>
          <ac:spMkLst>
            <pc:docMk/>
            <pc:sldMk cId="851387056" sldId="629"/>
            <ac:spMk id="19" creationId="{66C86695-FFDB-B3FC-2035-445813A707AE}"/>
          </ac:spMkLst>
        </pc:spChg>
        <pc:spChg chg="add mod">
          <ac:chgData name="최지훈(산업경영공학과)" userId="f10e4a28-cc96-4aa6-a477-606261d4ea34" providerId="ADAL" clId="{E1BDFF36-D31A-4435-9114-39F6A8210863}" dt="2026-05-29T08:13:54.106" v="7610" actId="1076"/>
          <ac:spMkLst>
            <pc:docMk/>
            <pc:sldMk cId="851387056" sldId="629"/>
            <ac:spMk id="22" creationId="{24137DDB-17C2-6413-067E-B28061F01F68}"/>
          </ac:spMkLst>
        </pc:spChg>
        <pc:spChg chg="add mod">
          <ac:chgData name="최지훈(산업경영공학과)" userId="f10e4a28-cc96-4aa6-a477-606261d4ea34" providerId="ADAL" clId="{E1BDFF36-D31A-4435-9114-39F6A8210863}" dt="2026-05-29T08:13:54.106" v="7610" actId="1076"/>
          <ac:spMkLst>
            <pc:docMk/>
            <pc:sldMk cId="851387056" sldId="629"/>
            <ac:spMk id="29" creationId="{6D665344-B7B9-57D3-1F9A-2758C12EB4F6}"/>
          </ac:spMkLst>
        </pc:spChg>
        <pc:spChg chg="add mod">
          <ac:chgData name="최지훈(산업경영공학과)" userId="f10e4a28-cc96-4aa6-a477-606261d4ea34" providerId="ADAL" clId="{E1BDFF36-D31A-4435-9114-39F6A8210863}" dt="2026-05-29T08:13:54.106" v="7610" actId="1076"/>
          <ac:spMkLst>
            <pc:docMk/>
            <pc:sldMk cId="851387056" sldId="629"/>
            <ac:spMk id="31" creationId="{5ECEAB8F-24B4-E8B2-77A4-48430A7D6CC6}"/>
          </ac:spMkLst>
        </pc:spChg>
        <pc:spChg chg="add mod">
          <ac:chgData name="최지훈(산업경영공학과)" userId="f10e4a28-cc96-4aa6-a477-606261d4ea34" providerId="ADAL" clId="{E1BDFF36-D31A-4435-9114-39F6A8210863}" dt="2026-05-29T08:13:54.106" v="7610" actId="1076"/>
          <ac:spMkLst>
            <pc:docMk/>
            <pc:sldMk cId="851387056" sldId="629"/>
            <ac:spMk id="32" creationId="{C148F5A8-A0D5-34ED-5A52-9439B545036B}"/>
          </ac:spMkLst>
        </pc:spChg>
        <pc:spChg chg="add mod">
          <ac:chgData name="최지훈(산업경영공학과)" userId="f10e4a28-cc96-4aa6-a477-606261d4ea34" providerId="ADAL" clId="{E1BDFF36-D31A-4435-9114-39F6A8210863}" dt="2026-05-29T08:16:07.073" v="7905" actId="20577"/>
          <ac:spMkLst>
            <pc:docMk/>
            <pc:sldMk cId="851387056" sldId="629"/>
            <ac:spMk id="33" creationId="{C4BDE62C-4A9E-FFCA-21AF-A4F01CF97357}"/>
          </ac:spMkLst>
        </pc:spChg>
        <pc:graphicFrameChg chg="add del">
          <ac:chgData name="최지훈(산업경영공학과)" userId="f10e4a28-cc96-4aa6-a477-606261d4ea34" providerId="ADAL" clId="{E1BDFF36-D31A-4435-9114-39F6A8210863}" dt="2026-05-29T08:12:49.939" v="7487" actId="478"/>
          <ac:graphicFrameMkLst>
            <pc:docMk/>
            <pc:sldMk cId="851387056" sldId="629"/>
            <ac:graphicFrameMk id="3" creationId="{31A41B51-8F45-07DF-E20B-6C2B9271061B}"/>
          </ac:graphicFrameMkLst>
        </pc:graphicFrameChg>
        <pc:graphicFrameChg chg="add del">
          <ac:chgData name="최지훈(산업경영공학과)" userId="f10e4a28-cc96-4aa6-a477-606261d4ea34" providerId="ADAL" clId="{E1BDFF36-D31A-4435-9114-39F6A8210863}" dt="2026-05-29T08:12:49.939" v="7487" actId="478"/>
          <ac:graphicFrameMkLst>
            <pc:docMk/>
            <pc:sldMk cId="851387056" sldId="629"/>
            <ac:graphicFrameMk id="6" creationId="{5512600E-E2CD-F918-2DFA-99597828FF8E}"/>
          </ac:graphicFrameMkLst>
        </pc:graphicFrameChg>
        <pc:graphicFrameChg chg="add del">
          <ac:chgData name="최지훈(산업경영공학과)" userId="f10e4a28-cc96-4aa6-a477-606261d4ea34" providerId="ADAL" clId="{E1BDFF36-D31A-4435-9114-39F6A8210863}" dt="2026-05-29T08:12:49.939" v="7487" actId="478"/>
          <ac:graphicFrameMkLst>
            <pc:docMk/>
            <pc:sldMk cId="851387056" sldId="629"/>
            <ac:graphicFrameMk id="9" creationId="{7D5A6889-5FD0-F7B2-1943-E4865CB8BFAB}"/>
          </ac:graphicFrameMkLst>
        </pc:graphicFrameChg>
        <pc:graphicFrameChg chg="add del">
          <ac:chgData name="최지훈(산업경영공학과)" userId="f10e4a28-cc96-4aa6-a477-606261d4ea34" providerId="ADAL" clId="{E1BDFF36-D31A-4435-9114-39F6A8210863}" dt="2026-05-29T08:12:49.939" v="7487" actId="478"/>
          <ac:graphicFrameMkLst>
            <pc:docMk/>
            <pc:sldMk cId="851387056" sldId="629"/>
            <ac:graphicFrameMk id="12" creationId="{7A98AF1C-306A-8AB2-5BA7-BB261ED8738B}"/>
          </ac:graphicFrameMkLst>
        </pc:graphicFrameChg>
        <pc:graphicFrameChg chg="add mod modGraphic">
          <ac:chgData name="최지훈(산업경영공학과)" userId="f10e4a28-cc96-4aa6-a477-606261d4ea34" providerId="ADAL" clId="{E1BDFF36-D31A-4435-9114-39F6A8210863}" dt="2026-05-29T08:13:40.853" v="7585"/>
          <ac:graphicFrameMkLst>
            <pc:docMk/>
            <pc:sldMk cId="851387056" sldId="629"/>
            <ac:graphicFrameMk id="18" creationId="{A5F1AEA5-945A-B2B4-7D59-5DD311B765F3}"/>
          </ac:graphicFrameMkLst>
        </pc:graphicFrameChg>
        <pc:graphicFrameChg chg="add mod modGraphic">
          <ac:chgData name="최지훈(산업경영공학과)" userId="f10e4a28-cc96-4aa6-a477-606261d4ea34" providerId="ADAL" clId="{E1BDFF36-D31A-4435-9114-39F6A8210863}" dt="2026-05-29T08:13:54.106" v="7610" actId="1076"/>
          <ac:graphicFrameMkLst>
            <pc:docMk/>
            <pc:sldMk cId="851387056" sldId="629"/>
            <ac:graphicFrameMk id="26" creationId="{16D36874-D8E5-48B7-9EEE-E8FE9C67F4EA}"/>
          </ac:graphicFrameMkLst>
        </pc:graphicFrameChg>
        <pc:graphicFrameChg chg="add mod modGraphic">
          <ac:chgData name="최지훈(산업경영공학과)" userId="f10e4a28-cc96-4aa6-a477-606261d4ea34" providerId="ADAL" clId="{E1BDFF36-D31A-4435-9114-39F6A8210863}" dt="2026-05-29T08:13:54.106" v="7610" actId="1076"/>
          <ac:graphicFrameMkLst>
            <pc:docMk/>
            <pc:sldMk cId="851387056" sldId="629"/>
            <ac:graphicFrameMk id="27" creationId="{8E7EB10F-C3B8-4DA9-4F72-907D3D2A58DF}"/>
          </ac:graphicFrameMkLst>
        </pc:graphicFrameChg>
        <pc:picChg chg="del">
          <ac:chgData name="최지훈(산업경영공학과)" userId="f10e4a28-cc96-4aa6-a477-606261d4ea34" providerId="ADAL" clId="{E1BDFF36-D31A-4435-9114-39F6A8210863}" dt="2026-05-29T08:12:42.915" v="7484" actId="478"/>
          <ac:picMkLst>
            <pc:docMk/>
            <pc:sldMk cId="851387056" sldId="629"/>
            <ac:picMk id="5" creationId="{EA852172-6B0F-7D55-FBC3-1E3106AA298B}"/>
          </ac:picMkLst>
        </pc:picChg>
        <pc:picChg chg="add mod">
          <ac:chgData name="최지훈(산업경영공학과)" userId="f10e4a28-cc96-4aa6-a477-606261d4ea34" providerId="ADAL" clId="{E1BDFF36-D31A-4435-9114-39F6A8210863}" dt="2026-05-29T08:13:54.106" v="7610" actId="1076"/>
          <ac:picMkLst>
            <pc:docMk/>
            <pc:sldMk cId="851387056" sldId="629"/>
            <ac:picMk id="17" creationId="{6D32929F-1B79-EEF6-DB46-33534D9076E5}"/>
          </ac:picMkLst>
        </pc:picChg>
        <pc:picChg chg="add mod">
          <ac:chgData name="최지훈(산업경영공학과)" userId="f10e4a28-cc96-4aa6-a477-606261d4ea34" providerId="ADAL" clId="{E1BDFF36-D31A-4435-9114-39F6A8210863}" dt="2026-05-29T08:13:54.106" v="7610" actId="1076"/>
          <ac:picMkLst>
            <pc:docMk/>
            <pc:sldMk cId="851387056" sldId="629"/>
            <ac:picMk id="21" creationId="{300A58D0-E1C5-F8A7-3D7E-8F61C91ECA50}"/>
          </ac:picMkLst>
        </pc:picChg>
        <pc:picChg chg="add mod">
          <ac:chgData name="최지훈(산업경영공학과)" userId="f10e4a28-cc96-4aa6-a477-606261d4ea34" providerId="ADAL" clId="{E1BDFF36-D31A-4435-9114-39F6A8210863}" dt="2026-05-29T08:13:54.106" v="7610" actId="1076"/>
          <ac:picMkLst>
            <pc:docMk/>
            <pc:sldMk cId="851387056" sldId="629"/>
            <ac:picMk id="28" creationId="{CA5CF04A-8E1D-04FF-80AF-BE67F7731994}"/>
          </ac:picMkLst>
        </pc:picChg>
      </pc:sldChg>
      <pc:sldChg chg="addSp delSp modSp add mod">
        <pc:chgData name="최지훈(산업경영공학과)" userId="f10e4a28-cc96-4aa6-a477-606261d4ea34" providerId="ADAL" clId="{E1BDFF36-D31A-4435-9114-39F6A8210863}" dt="2026-05-29T09:17:30.400" v="8385" actId="20577"/>
        <pc:sldMkLst>
          <pc:docMk/>
          <pc:sldMk cId="854297305" sldId="630"/>
        </pc:sldMkLst>
        <pc:spChg chg="mod">
          <ac:chgData name="최지훈(산업경영공학과)" userId="f10e4a28-cc96-4aa6-a477-606261d4ea34" providerId="ADAL" clId="{E1BDFF36-D31A-4435-9114-39F6A8210863}" dt="2026-05-29T09:17:30.400" v="8385" actId="20577"/>
          <ac:spMkLst>
            <pc:docMk/>
            <pc:sldMk cId="854297305" sldId="630"/>
            <ac:spMk id="4" creationId="{62A05119-14D2-F037-FDA4-5210B5367CEF}"/>
          </ac:spMkLst>
        </pc:spChg>
        <pc:spChg chg="mod">
          <ac:chgData name="최지훈(산업경영공학과)" userId="f10e4a28-cc96-4aa6-a477-606261d4ea34" providerId="ADAL" clId="{E1BDFF36-D31A-4435-9114-39F6A8210863}" dt="2026-05-29T08:25:36.843" v="8313" actId="207"/>
          <ac:spMkLst>
            <pc:docMk/>
            <pc:sldMk cId="854297305" sldId="630"/>
            <ac:spMk id="8" creationId="{2C2C329E-DDA2-E5B4-8C62-2A42E29F99B7}"/>
          </ac:spMkLst>
        </pc:spChg>
        <pc:spChg chg="del">
          <ac:chgData name="최지훈(산업경영공학과)" userId="f10e4a28-cc96-4aa6-a477-606261d4ea34" providerId="ADAL" clId="{E1BDFF36-D31A-4435-9114-39F6A8210863}" dt="2026-05-29T08:17:12.860" v="7958" actId="478"/>
          <ac:spMkLst>
            <pc:docMk/>
            <pc:sldMk cId="854297305" sldId="630"/>
            <ac:spMk id="14" creationId="{97EB7593-640A-59AB-1705-037E361F67D9}"/>
          </ac:spMkLst>
        </pc:spChg>
        <pc:spChg chg="del">
          <ac:chgData name="최지훈(산업경영공학과)" userId="f10e4a28-cc96-4aa6-a477-606261d4ea34" providerId="ADAL" clId="{E1BDFF36-D31A-4435-9114-39F6A8210863}" dt="2026-05-29T08:17:12.860" v="7958" actId="478"/>
          <ac:spMkLst>
            <pc:docMk/>
            <pc:sldMk cId="854297305" sldId="630"/>
            <ac:spMk id="16" creationId="{355E5D92-8D2F-6490-C39F-30490B602C82}"/>
          </ac:spMkLst>
        </pc:spChg>
        <pc:spChg chg="del">
          <ac:chgData name="최지훈(산업경영공학과)" userId="f10e4a28-cc96-4aa6-a477-606261d4ea34" providerId="ADAL" clId="{E1BDFF36-D31A-4435-9114-39F6A8210863}" dt="2026-05-29T08:17:12.860" v="7958" actId="478"/>
          <ac:spMkLst>
            <pc:docMk/>
            <pc:sldMk cId="854297305" sldId="630"/>
            <ac:spMk id="19" creationId="{DBB277F8-1A99-4F34-F3E3-BF012DBE67A4}"/>
          </ac:spMkLst>
        </pc:spChg>
        <pc:spChg chg="del">
          <ac:chgData name="최지훈(산업경영공학과)" userId="f10e4a28-cc96-4aa6-a477-606261d4ea34" providerId="ADAL" clId="{E1BDFF36-D31A-4435-9114-39F6A8210863}" dt="2026-05-29T08:17:12.860" v="7958" actId="478"/>
          <ac:spMkLst>
            <pc:docMk/>
            <pc:sldMk cId="854297305" sldId="630"/>
            <ac:spMk id="23" creationId="{867C85F9-0742-8427-3C0F-8D86EEDDA080}"/>
          </ac:spMkLst>
        </pc:spChg>
        <pc:spChg chg="del">
          <ac:chgData name="최지훈(산업경영공학과)" userId="f10e4a28-cc96-4aa6-a477-606261d4ea34" providerId="ADAL" clId="{E1BDFF36-D31A-4435-9114-39F6A8210863}" dt="2026-05-29T08:17:12.860" v="7958" actId="478"/>
          <ac:spMkLst>
            <pc:docMk/>
            <pc:sldMk cId="854297305" sldId="630"/>
            <ac:spMk id="25" creationId="{ACA77C89-EDE4-5E8B-4E8D-9A8BC6253CEE}"/>
          </ac:spMkLst>
        </pc:spChg>
        <pc:spChg chg="del">
          <ac:chgData name="최지훈(산업경영공학과)" userId="f10e4a28-cc96-4aa6-a477-606261d4ea34" providerId="ADAL" clId="{E1BDFF36-D31A-4435-9114-39F6A8210863}" dt="2026-05-29T08:17:12.860" v="7958" actId="478"/>
          <ac:spMkLst>
            <pc:docMk/>
            <pc:sldMk cId="854297305" sldId="630"/>
            <ac:spMk id="29" creationId="{306F7111-0BD1-1568-76A2-666600A37824}"/>
          </ac:spMkLst>
        </pc:spChg>
        <pc:spChg chg="del">
          <ac:chgData name="최지훈(산업경영공학과)" userId="f10e4a28-cc96-4aa6-a477-606261d4ea34" providerId="ADAL" clId="{E1BDFF36-D31A-4435-9114-39F6A8210863}" dt="2026-05-29T08:17:12.860" v="7958" actId="478"/>
          <ac:spMkLst>
            <pc:docMk/>
            <pc:sldMk cId="854297305" sldId="630"/>
            <ac:spMk id="32" creationId="{BE4859ED-A656-8DF4-B9EC-3B7F1221F404}"/>
          </ac:spMkLst>
        </pc:spChg>
        <pc:spChg chg="del">
          <ac:chgData name="최지훈(산업경영공학과)" userId="f10e4a28-cc96-4aa6-a477-606261d4ea34" providerId="ADAL" clId="{E1BDFF36-D31A-4435-9114-39F6A8210863}" dt="2026-05-29T08:17:12.860" v="7958" actId="478"/>
          <ac:spMkLst>
            <pc:docMk/>
            <pc:sldMk cId="854297305" sldId="630"/>
            <ac:spMk id="33" creationId="{97FBABE3-49D0-ABF9-B636-DEE8507DE20C}"/>
          </ac:spMkLst>
        </pc:spChg>
        <pc:spChg chg="del">
          <ac:chgData name="최지훈(산업경영공학과)" userId="f10e4a28-cc96-4aa6-a477-606261d4ea34" providerId="ADAL" clId="{E1BDFF36-D31A-4435-9114-39F6A8210863}" dt="2026-05-29T08:17:12.860" v="7958" actId="478"/>
          <ac:spMkLst>
            <pc:docMk/>
            <pc:sldMk cId="854297305" sldId="630"/>
            <ac:spMk id="49" creationId="{A97CEF87-09A8-3A2F-047F-10B1D3B01A87}"/>
          </ac:spMkLst>
        </pc:spChg>
        <pc:spChg chg="del">
          <ac:chgData name="최지훈(산업경영공학과)" userId="f10e4a28-cc96-4aa6-a477-606261d4ea34" providerId="ADAL" clId="{E1BDFF36-D31A-4435-9114-39F6A8210863}" dt="2026-05-29T08:17:12.860" v="7958" actId="478"/>
          <ac:spMkLst>
            <pc:docMk/>
            <pc:sldMk cId="854297305" sldId="630"/>
            <ac:spMk id="51" creationId="{418D1D16-E95A-4EFE-6A3D-8BC2F77324FE}"/>
          </ac:spMkLst>
        </pc:spChg>
        <pc:picChg chg="add mod">
          <ac:chgData name="최지훈(산업경영공학과)" userId="f10e4a28-cc96-4aa6-a477-606261d4ea34" providerId="ADAL" clId="{E1BDFF36-D31A-4435-9114-39F6A8210863}" dt="2026-05-29T08:24:34.314" v="8065" actId="1076"/>
          <ac:picMkLst>
            <pc:docMk/>
            <pc:sldMk cId="854297305" sldId="630"/>
            <ac:picMk id="5" creationId="{34A86AB5-814B-EF1E-E51B-441D4690EA4B}"/>
          </ac:picMkLst>
        </pc:picChg>
      </pc:sldChg>
      <pc:sldChg chg="delSp modSp add mod">
        <pc:chgData name="최지훈(산업경영공학과)" userId="f10e4a28-cc96-4aa6-a477-606261d4ea34" providerId="ADAL" clId="{E1BDFF36-D31A-4435-9114-39F6A8210863}" dt="2026-05-29T09:23:29.975" v="9111" actId="20577"/>
        <pc:sldMkLst>
          <pc:docMk/>
          <pc:sldMk cId="2788385268" sldId="631"/>
        </pc:sldMkLst>
        <pc:spChg chg="mod">
          <ac:chgData name="최지훈(산업경영공학과)" userId="f10e4a28-cc96-4aa6-a477-606261d4ea34" providerId="ADAL" clId="{E1BDFF36-D31A-4435-9114-39F6A8210863}" dt="2026-05-29T09:23:12.345" v="8989" actId="20577"/>
          <ac:spMkLst>
            <pc:docMk/>
            <pc:sldMk cId="2788385268" sldId="631"/>
            <ac:spMk id="2" creationId="{48723EE5-DF0B-F57F-9900-D58CDD993992}"/>
          </ac:spMkLst>
        </pc:spChg>
        <pc:spChg chg="mod">
          <ac:chgData name="최지훈(산업경영공학과)" userId="f10e4a28-cc96-4aa6-a477-606261d4ea34" providerId="ADAL" clId="{E1BDFF36-D31A-4435-9114-39F6A8210863}" dt="2026-05-29T09:18:25.473" v="8401"/>
          <ac:spMkLst>
            <pc:docMk/>
            <pc:sldMk cId="2788385268" sldId="631"/>
            <ac:spMk id="4" creationId="{E509C771-6D9B-7591-7532-8D911CF5A47B}"/>
          </ac:spMkLst>
        </pc:spChg>
        <pc:spChg chg="mod">
          <ac:chgData name="최지훈(산업경영공학과)" userId="f10e4a28-cc96-4aa6-a477-606261d4ea34" providerId="ADAL" clId="{E1BDFF36-D31A-4435-9114-39F6A8210863}" dt="2026-05-29T09:23:29.975" v="9111" actId="20577"/>
          <ac:spMkLst>
            <pc:docMk/>
            <pc:sldMk cId="2788385268" sldId="631"/>
            <ac:spMk id="8" creationId="{0D1B5E1C-CD0C-A971-CF95-42320F25D24D}"/>
          </ac:spMkLst>
        </pc:spChg>
        <pc:picChg chg="del mod">
          <ac:chgData name="최지훈(산업경영공학과)" userId="f10e4a28-cc96-4aa6-a477-606261d4ea34" providerId="ADAL" clId="{E1BDFF36-D31A-4435-9114-39F6A8210863}" dt="2026-05-29T09:23:02.234" v="8981" actId="478"/>
          <ac:picMkLst>
            <pc:docMk/>
            <pc:sldMk cId="2788385268" sldId="631"/>
            <ac:picMk id="5" creationId="{B6CD2525-340E-3E85-A8CA-9A2ADE8569CE}"/>
          </ac:picMkLst>
        </pc:picChg>
      </pc:sldChg>
      <pc:sldChg chg="addSp modSp add mod">
        <pc:chgData name="최지훈(산업경영공학과)" userId="f10e4a28-cc96-4aa6-a477-606261d4ea34" providerId="ADAL" clId="{E1BDFF36-D31A-4435-9114-39F6A8210863}" dt="2026-05-29T09:31:40.226" v="9407" actId="20577"/>
        <pc:sldMkLst>
          <pc:docMk/>
          <pc:sldMk cId="1082649602" sldId="632"/>
        </pc:sldMkLst>
        <pc:spChg chg="mod">
          <ac:chgData name="최지훈(산업경영공학과)" userId="f10e4a28-cc96-4aa6-a477-606261d4ea34" providerId="ADAL" clId="{E1BDFF36-D31A-4435-9114-39F6A8210863}" dt="2026-05-29T09:31:40.226" v="9407" actId="20577"/>
          <ac:spMkLst>
            <pc:docMk/>
            <pc:sldMk cId="1082649602" sldId="632"/>
            <ac:spMk id="8" creationId="{F10F1A78-1E8C-E611-9F9B-4D5A680E1E01}"/>
          </ac:spMkLst>
        </pc:spChg>
        <pc:picChg chg="add mod">
          <ac:chgData name="최지훈(산업경영공학과)" userId="f10e4a28-cc96-4aa6-a477-606261d4ea34" providerId="ADAL" clId="{E1BDFF36-D31A-4435-9114-39F6A8210863}" dt="2026-05-29T09:31:27.857" v="9308" actId="1076"/>
          <ac:picMkLst>
            <pc:docMk/>
            <pc:sldMk cId="1082649602" sldId="632"/>
            <ac:picMk id="5" creationId="{59E20DAC-8FC5-373D-9E91-8E0068F63527}"/>
          </ac:picMkLst>
        </pc:picChg>
      </pc:sldChg>
      <pc:sldChg chg="addSp delSp modSp add mod">
        <pc:chgData name="최지훈(산업경영공학과)" userId="f10e4a28-cc96-4aa6-a477-606261d4ea34" providerId="ADAL" clId="{E1BDFF36-D31A-4435-9114-39F6A8210863}" dt="2026-05-29T09:38:21.223" v="9567" actId="1076"/>
        <pc:sldMkLst>
          <pc:docMk/>
          <pc:sldMk cId="754387404" sldId="633"/>
        </pc:sldMkLst>
        <pc:spChg chg="add mod">
          <ac:chgData name="최지훈(산업경영공학과)" userId="f10e4a28-cc96-4aa6-a477-606261d4ea34" providerId="ADAL" clId="{E1BDFF36-D31A-4435-9114-39F6A8210863}" dt="2026-05-29T09:37:44.322" v="9559" actId="164"/>
          <ac:spMkLst>
            <pc:docMk/>
            <pc:sldMk cId="754387404" sldId="633"/>
            <ac:spMk id="3" creationId="{AFF9604B-611A-23B0-38E6-9F34FCEBA65E}"/>
          </ac:spMkLst>
        </pc:spChg>
        <pc:spChg chg="add mod">
          <ac:chgData name="최지훈(산업경영공학과)" userId="f10e4a28-cc96-4aa6-a477-606261d4ea34" providerId="ADAL" clId="{E1BDFF36-D31A-4435-9114-39F6A8210863}" dt="2026-05-29T09:37:44.322" v="9559" actId="164"/>
          <ac:spMkLst>
            <pc:docMk/>
            <pc:sldMk cId="754387404" sldId="633"/>
            <ac:spMk id="6" creationId="{587F306A-B94B-6488-8DFD-E784A728916B}"/>
          </ac:spMkLst>
        </pc:spChg>
        <pc:spChg chg="add mod">
          <ac:chgData name="최지훈(산업경영공학과)" userId="f10e4a28-cc96-4aa6-a477-606261d4ea34" providerId="ADAL" clId="{E1BDFF36-D31A-4435-9114-39F6A8210863}" dt="2026-05-29T09:35:00.825" v="9515" actId="1076"/>
          <ac:spMkLst>
            <pc:docMk/>
            <pc:sldMk cId="754387404" sldId="633"/>
            <ac:spMk id="7" creationId="{79C363E7-518B-63CF-E28C-AFA7A4090724}"/>
          </ac:spMkLst>
        </pc:spChg>
        <pc:spChg chg="mod">
          <ac:chgData name="최지훈(산업경영공학과)" userId="f10e4a28-cc96-4aa6-a477-606261d4ea34" providerId="ADAL" clId="{E1BDFF36-D31A-4435-9114-39F6A8210863}" dt="2026-05-29T09:32:42.702" v="9426" actId="20577"/>
          <ac:spMkLst>
            <pc:docMk/>
            <pc:sldMk cId="754387404" sldId="633"/>
            <ac:spMk id="8" creationId="{39BED274-322F-87A0-96DC-5F76446C3773}"/>
          </ac:spMkLst>
        </pc:spChg>
        <pc:spChg chg="add mod">
          <ac:chgData name="최지훈(산업경영공학과)" userId="f10e4a28-cc96-4aa6-a477-606261d4ea34" providerId="ADAL" clId="{E1BDFF36-D31A-4435-9114-39F6A8210863}" dt="2026-05-29T09:37:44.322" v="9559" actId="164"/>
          <ac:spMkLst>
            <pc:docMk/>
            <pc:sldMk cId="754387404" sldId="633"/>
            <ac:spMk id="9" creationId="{B8B0A847-DF45-1A25-E74E-06330C32AA58}"/>
          </ac:spMkLst>
        </pc:spChg>
        <pc:spChg chg="add mod">
          <ac:chgData name="최지훈(산업경영공학과)" userId="f10e4a28-cc96-4aa6-a477-606261d4ea34" providerId="ADAL" clId="{E1BDFF36-D31A-4435-9114-39F6A8210863}" dt="2026-05-29T09:35:00.825" v="9515" actId="1076"/>
          <ac:spMkLst>
            <pc:docMk/>
            <pc:sldMk cId="754387404" sldId="633"/>
            <ac:spMk id="10" creationId="{0A5C4732-492E-A484-64F6-C643E72CCEF3}"/>
          </ac:spMkLst>
        </pc:spChg>
        <pc:spChg chg="add mod">
          <ac:chgData name="최지훈(산업경영공학과)" userId="f10e4a28-cc96-4aa6-a477-606261d4ea34" providerId="ADAL" clId="{E1BDFF36-D31A-4435-9114-39F6A8210863}" dt="2026-05-29T09:37:44.322" v="9559" actId="164"/>
          <ac:spMkLst>
            <pc:docMk/>
            <pc:sldMk cId="754387404" sldId="633"/>
            <ac:spMk id="11" creationId="{172441AA-A794-28E4-99C3-08FE0BD2CD91}"/>
          </ac:spMkLst>
        </pc:spChg>
        <pc:spChg chg="add mod">
          <ac:chgData name="최지훈(산업경영공학과)" userId="f10e4a28-cc96-4aa6-a477-606261d4ea34" providerId="ADAL" clId="{E1BDFF36-D31A-4435-9114-39F6A8210863}" dt="2026-05-29T09:35:00.825" v="9515" actId="1076"/>
          <ac:spMkLst>
            <pc:docMk/>
            <pc:sldMk cId="754387404" sldId="633"/>
            <ac:spMk id="12" creationId="{B6F44EF4-1D52-D58B-8AD1-E7E280A9A36F}"/>
          </ac:spMkLst>
        </pc:spChg>
        <pc:spChg chg="add mod">
          <ac:chgData name="최지훈(산업경영공학과)" userId="f10e4a28-cc96-4aa6-a477-606261d4ea34" providerId="ADAL" clId="{E1BDFF36-D31A-4435-9114-39F6A8210863}" dt="2026-05-29T09:37:29" v="9558" actId="113"/>
          <ac:spMkLst>
            <pc:docMk/>
            <pc:sldMk cId="754387404" sldId="633"/>
            <ac:spMk id="13" creationId="{74C595C9-7734-3CA8-553F-26FDFF6D9660}"/>
          </ac:spMkLst>
        </pc:spChg>
        <pc:spChg chg="add mod">
          <ac:chgData name="최지훈(산업경영공학과)" userId="f10e4a28-cc96-4aa6-a477-606261d4ea34" providerId="ADAL" clId="{E1BDFF36-D31A-4435-9114-39F6A8210863}" dt="2026-05-29T09:37:44.322" v="9559" actId="164"/>
          <ac:spMkLst>
            <pc:docMk/>
            <pc:sldMk cId="754387404" sldId="633"/>
            <ac:spMk id="14" creationId="{BBFF06C7-50F0-3885-A1F4-E0C58E1F2821}"/>
          </ac:spMkLst>
        </pc:spChg>
        <pc:spChg chg="add mod">
          <ac:chgData name="최지훈(산업경영공학과)" userId="f10e4a28-cc96-4aa6-a477-606261d4ea34" providerId="ADAL" clId="{E1BDFF36-D31A-4435-9114-39F6A8210863}" dt="2026-05-29T09:37:44.322" v="9559" actId="164"/>
          <ac:spMkLst>
            <pc:docMk/>
            <pc:sldMk cId="754387404" sldId="633"/>
            <ac:spMk id="15" creationId="{B0E9F0D3-3C76-9B27-9121-9DE2DC5A4874}"/>
          </ac:spMkLst>
        </pc:spChg>
        <pc:spChg chg="add del mod">
          <ac:chgData name="최지훈(산업경영공학과)" userId="f10e4a28-cc96-4aa6-a477-606261d4ea34" providerId="ADAL" clId="{E1BDFF36-D31A-4435-9114-39F6A8210863}" dt="2026-05-29T09:36:48.648" v="9543" actId="478"/>
          <ac:spMkLst>
            <pc:docMk/>
            <pc:sldMk cId="754387404" sldId="633"/>
            <ac:spMk id="16" creationId="{88D7B964-CFB0-9D47-541A-21A053B58741}"/>
          </ac:spMkLst>
        </pc:spChg>
        <pc:spChg chg="add mod">
          <ac:chgData name="최지훈(산업경영공학과)" userId="f10e4a28-cc96-4aa6-a477-606261d4ea34" providerId="ADAL" clId="{E1BDFF36-D31A-4435-9114-39F6A8210863}" dt="2026-05-29T09:37:00.969" v="9551" actId="1076"/>
          <ac:spMkLst>
            <pc:docMk/>
            <pc:sldMk cId="754387404" sldId="633"/>
            <ac:spMk id="17" creationId="{98F9FBB0-3513-CED3-402E-22C84E67158F}"/>
          </ac:spMkLst>
        </pc:spChg>
        <pc:spChg chg="add mod">
          <ac:chgData name="최지훈(산업경영공학과)" userId="f10e4a28-cc96-4aa6-a477-606261d4ea34" providerId="ADAL" clId="{E1BDFF36-D31A-4435-9114-39F6A8210863}" dt="2026-05-29T09:37:44.322" v="9559" actId="164"/>
          <ac:spMkLst>
            <pc:docMk/>
            <pc:sldMk cId="754387404" sldId="633"/>
            <ac:spMk id="18" creationId="{CE5C4369-09E0-8AC8-DA6F-47D9D4D944D4}"/>
          </ac:spMkLst>
        </pc:spChg>
        <pc:spChg chg="add mod">
          <ac:chgData name="최지훈(산업경영공학과)" userId="f10e4a28-cc96-4aa6-a477-606261d4ea34" providerId="ADAL" clId="{E1BDFF36-D31A-4435-9114-39F6A8210863}" dt="2026-05-29T09:37:44.322" v="9559" actId="164"/>
          <ac:spMkLst>
            <pc:docMk/>
            <pc:sldMk cId="754387404" sldId="633"/>
            <ac:spMk id="19" creationId="{BCFE1DBD-FC5B-18BB-E0CE-A76C5DEEC5E9}"/>
          </ac:spMkLst>
        </pc:spChg>
        <pc:spChg chg="add mod">
          <ac:chgData name="최지훈(산업경영공학과)" userId="f10e4a28-cc96-4aa6-a477-606261d4ea34" providerId="ADAL" clId="{E1BDFF36-D31A-4435-9114-39F6A8210863}" dt="2026-05-29T09:37:44.322" v="9559" actId="164"/>
          <ac:spMkLst>
            <pc:docMk/>
            <pc:sldMk cId="754387404" sldId="633"/>
            <ac:spMk id="20" creationId="{AE85D67E-AFBC-B96C-0365-618D1D7C4F0A}"/>
          </ac:spMkLst>
        </pc:spChg>
        <pc:spChg chg="add mod">
          <ac:chgData name="최지훈(산업경영공학과)" userId="f10e4a28-cc96-4aa6-a477-606261d4ea34" providerId="ADAL" clId="{E1BDFF36-D31A-4435-9114-39F6A8210863}" dt="2026-05-29T09:37:44.322" v="9559" actId="164"/>
          <ac:spMkLst>
            <pc:docMk/>
            <pc:sldMk cId="754387404" sldId="633"/>
            <ac:spMk id="21" creationId="{BE2165DE-0236-A116-59AE-A13E65E31B5E}"/>
          </ac:spMkLst>
        </pc:spChg>
        <pc:spChg chg="mod">
          <ac:chgData name="최지훈(산업경영공학과)" userId="f10e4a28-cc96-4aa6-a477-606261d4ea34" providerId="ADAL" clId="{E1BDFF36-D31A-4435-9114-39F6A8210863}" dt="2026-05-29T09:37:49.269" v="9561"/>
          <ac:spMkLst>
            <pc:docMk/>
            <pc:sldMk cId="754387404" sldId="633"/>
            <ac:spMk id="24" creationId="{05C0AB0D-92FE-70D0-45BB-EBAE3C6782E8}"/>
          </ac:spMkLst>
        </pc:spChg>
        <pc:spChg chg="mod">
          <ac:chgData name="최지훈(산업경영공학과)" userId="f10e4a28-cc96-4aa6-a477-606261d4ea34" providerId="ADAL" clId="{E1BDFF36-D31A-4435-9114-39F6A8210863}" dt="2026-05-29T09:37:49.269" v="9561"/>
          <ac:spMkLst>
            <pc:docMk/>
            <pc:sldMk cId="754387404" sldId="633"/>
            <ac:spMk id="27" creationId="{8793343F-3936-7101-E869-78369A1CE3B4}"/>
          </ac:spMkLst>
        </pc:spChg>
        <pc:spChg chg="mod">
          <ac:chgData name="최지훈(산업경영공학과)" userId="f10e4a28-cc96-4aa6-a477-606261d4ea34" providerId="ADAL" clId="{E1BDFF36-D31A-4435-9114-39F6A8210863}" dt="2026-05-29T09:37:49.269" v="9561"/>
          <ac:spMkLst>
            <pc:docMk/>
            <pc:sldMk cId="754387404" sldId="633"/>
            <ac:spMk id="29" creationId="{397C2A36-32FC-5734-21AB-C3FC96070CB6}"/>
          </ac:spMkLst>
        </pc:spChg>
        <pc:spChg chg="mod">
          <ac:chgData name="최지훈(산업경영공학과)" userId="f10e4a28-cc96-4aa6-a477-606261d4ea34" providerId="ADAL" clId="{E1BDFF36-D31A-4435-9114-39F6A8210863}" dt="2026-05-29T09:37:49.269" v="9561"/>
          <ac:spMkLst>
            <pc:docMk/>
            <pc:sldMk cId="754387404" sldId="633"/>
            <ac:spMk id="31" creationId="{E2A95F2E-0A5A-305F-791F-ED9CCAAEFA94}"/>
          </ac:spMkLst>
        </pc:spChg>
        <pc:spChg chg="mod">
          <ac:chgData name="최지훈(산업경영공학과)" userId="f10e4a28-cc96-4aa6-a477-606261d4ea34" providerId="ADAL" clId="{E1BDFF36-D31A-4435-9114-39F6A8210863}" dt="2026-05-29T09:37:49.269" v="9561"/>
          <ac:spMkLst>
            <pc:docMk/>
            <pc:sldMk cId="754387404" sldId="633"/>
            <ac:spMk id="33" creationId="{15CA6B04-1888-1EDF-536F-2D8E331DE110}"/>
          </ac:spMkLst>
        </pc:spChg>
        <pc:spChg chg="mod">
          <ac:chgData name="최지훈(산업경영공학과)" userId="f10e4a28-cc96-4aa6-a477-606261d4ea34" providerId="ADAL" clId="{E1BDFF36-D31A-4435-9114-39F6A8210863}" dt="2026-05-29T09:37:49.269" v="9561"/>
          <ac:spMkLst>
            <pc:docMk/>
            <pc:sldMk cId="754387404" sldId="633"/>
            <ac:spMk id="34" creationId="{FC7149E4-7F2E-F2FC-D4AC-7C20B68FD0A3}"/>
          </ac:spMkLst>
        </pc:spChg>
        <pc:spChg chg="mod">
          <ac:chgData name="최지훈(산업경영공학과)" userId="f10e4a28-cc96-4aa6-a477-606261d4ea34" providerId="ADAL" clId="{E1BDFF36-D31A-4435-9114-39F6A8210863}" dt="2026-05-29T09:37:49.269" v="9561"/>
          <ac:spMkLst>
            <pc:docMk/>
            <pc:sldMk cId="754387404" sldId="633"/>
            <ac:spMk id="35" creationId="{C7EED8AA-ECC2-C235-0D9E-A89F7E6189A3}"/>
          </ac:spMkLst>
        </pc:spChg>
        <pc:spChg chg="mod">
          <ac:chgData name="최지훈(산업경영공학과)" userId="f10e4a28-cc96-4aa6-a477-606261d4ea34" providerId="ADAL" clId="{E1BDFF36-D31A-4435-9114-39F6A8210863}" dt="2026-05-29T09:37:49.269" v="9561"/>
          <ac:spMkLst>
            <pc:docMk/>
            <pc:sldMk cId="754387404" sldId="633"/>
            <ac:spMk id="36" creationId="{DE1A94C7-870B-87B8-0AD6-C27001EE3F70}"/>
          </ac:spMkLst>
        </pc:spChg>
        <pc:spChg chg="mod">
          <ac:chgData name="최지훈(산업경영공학과)" userId="f10e4a28-cc96-4aa6-a477-606261d4ea34" providerId="ADAL" clId="{E1BDFF36-D31A-4435-9114-39F6A8210863}" dt="2026-05-29T09:37:49.269" v="9561"/>
          <ac:spMkLst>
            <pc:docMk/>
            <pc:sldMk cId="754387404" sldId="633"/>
            <ac:spMk id="37" creationId="{5532F53A-E9BE-9DE2-D59B-92488750F283}"/>
          </ac:spMkLst>
        </pc:spChg>
        <pc:spChg chg="mod">
          <ac:chgData name="최지훈(산업경영공학과)" userId="f10e4a28-cc96-4aa6-a477-606261d4ea34" providerId="ADAL" clId="{E1BDFF36-D31A-4435-9114-39F6A8210863}" dt="2026-05-29T09:37:49.269" v="9561"/>
          <ac:spMkLst>
            <pc:docMk/>
            <pc:sldMk cId="754387404" sldId="633"/>
            <ac:spMk id="38" creationId="{6AD01B4D-CA54-1D61-058E-93AC299A86D3}"/>
          </ac:spMkLst>
        </pc:spChg>
        <pc:grpChg chg="mod">
          <ac:chgData name="최지훈(산업경영공학과)" userId="f10e4a28-cc96-4aa6-a477-606261d4ea34" providerId="ADAL" clId="{E1BDFF36-D31A-4435-9114-39F6A8210863}" dt="2026-05-29T09:38:21.223" v="9567" actId="1076"/>
          <ac:grpSpMkLst>
            <pc:docMk/>
            <pc:sldMk cId="754387404" sldId="633"/>
            <ac:grpSpMk id="22" creationId="{0A0E10A0-EDAA-207D-F9BC-A53A58A78CEC}"/>
          </ac:grpSpMkLst>
        </pc:grpChg>
        <pc:grpChg chg="del mod">
          <ac:chgData name="최지훈(산업경영공학과)" userId="f10e4a28-cc96-4aa6-a477-606261d4ea34" providerId="ADAL" clId="{E1BDFF36-D31A-4435-9114-39F6A8210863}" dt="2026-05-29T09:38:04.123" v="9566" actId="478"/>
          <ac:grpSpMkLst>
            <pc:docMk/>
            <pc:sldMk cId="754387404" sldId="633"/>
            <ac:grpSpMk id="23" creationId="{7F6A530B-8D16-9536-1DB4-A4ADA47505FE}"/>
          </ac:grpSpMkLst>
        </pc:grpChg>
        <pc:picChg chg="del">
          <ac:chgData name="최지훈(산업경영공학과)" userId="f10e4a28-cc96-4aa6-a477-606261d4ea34" providerId="ADAL" clId="{E1BDFF36-D31A-4435-9114-39F6A8210863}" dt="2026-05-29T09:32:37.438" v="9409" actId="478"/>
          <ac:picMkLst>
            <pc:docMk/>
            <pc:sldMk cId="754387404" sldId="633"/>
            <ac:picMk id="5" creationId="{898170DA-F3A3-B136-EC56-A26F063384D2}"/>
          </ac:picMkLst>
        </pc:picChg>
      </pc:sldChg>
      <pc:sldChg chg="addSp delSp modSp add mod">
        <pc:chgData name="최지훈(산업경영공학과)" userId="f10e4a28-cc96-4aa6-a477-606261d4ea34" providerId="ADAL" clId="{E1BDFF36-D31A-4435-9114-39F6A8210863}" dt="2026-05-29T09:40:49.207" v="9612" actId="1076"/>
        <pc:sldMkLst>
          <pc:docMk/>
          <pc:sldMk cId="1089099760" sldId="634"/>
        </pc:sldMkLst>
        <pc:grpChg chg="del">
          <ac:chgData name="최지훈(산업경영공학과)" userId="f10e4a28-cc96-4aa6-a477-606261d4ea34" providerId="ADAL" clId="{E1BDFF36-D31A-4435-9114-39F6A8210863}" dt="2026-05-29T09:38:27.956" v="9569" actId="478"/>
          <ac:grpSpMkLst>
            <pc:docMk/>
            <pc:sldMk cId="1089099760" sldId="634"/>
            <ac:grpSpMk id="22" creationId="{1486C999-689D-4BAF-9811-03DE332CA551}"/>
          </ac:grpSpMkLst>
        </pc:grpChg>
        <pc:picChg chg="add mod">
          <ac:chgData name="최지훈(산업경영공학과)" userId="f10e4a28-cc96-4aa6-a477-606261d4ea34" providerId="ADAL" clId="{E1BDFF36-D31A-4435-9114-39F6A8210863}" dt="2026-05-29T09:39:55.584" v="9599" actId="1076"/>
          <ac:picMkLst>
            <pc:docMk/>
            <pc:sldMk cId="1089099760" sldId="634"/>
            <ac:picMk id="16" creationId="{F366BCE0-ACA9-C8D7-5A5E-9989EBC0E304}"/>
          </ac:picMkLst>
        </pc:picChg>
        <pc:picChg chg="add mod">
          <ac:chgData name="최지훈(산업경영공학과)" userId="f10e4a28-cc96-4aa6-a477-606261d4ea34" providerId="ADAL" clId="{E1BDFF36-D31A-4435-9114-39F6A8210863}" dt="2026-05-29T09:39:53.511" v="9598" actId="1076"/>
          <ac:picMkLst>
            <pc:docMk/>
            <pc:sldMk cId="1089099760" sldId="634"/>
            <ac:picMk id="24" creationId="{C99493EA-D4DD-74DD-B0ED-12FFD003354D}"/>
          </ac:picMkLst>
        </pc:picChg>
        <pc:picChg chg="add mod">
          <ac:chgData name="최지훈(산업경영공학과)" userId="f10e4a28-cc96-4aa6-a477-606261d4ea34" providerId="ADAL" clId="{E1BDFF36-D31A-4435-9114-39F6A8210863}" dt="2026-05-29T09:40:49.207" v="9612" actId="1076"/>
          <ac:picMkLst>
            <pc:docMk/>
            <pc:sldMk cId="1089099760" sldId="634"/>
            <ac:picMk id="26" creationId="{41D27289-6F12-CDCA-8C5B-49A43E3B7129}"/>
          </ac:picMkLst>
        </pc:picChg>
      </pc:sldChg>
      <pc:sldChg chg="addSp delSp modSp add del mod">
        <pc:chgData name="최지훈(산업경영공학과)" userId="f10e4a28-cc96-4aa6-a477-606261d4ea34" providerId="ADAL" clId="{E1BDFF36-D31A-4435-9114-39F6A8210863}" dt="2026-05-29T09:40:58.695" v="9613" actId="47"/>
        <pc:sldMkLst>
          <pc:docMk/>
          <pc:sldMk cId="2439987163" sldId="635"/>
        </pc:sldMkLst>
        <pc:spChg chg="add mod">
          <ac:chgData name="최지훈(산업경영공학과)" userId="f10e4a28-cc96-4aa6-a477-606261d4ea34" providerId="ADAL" clId="{E1BDFF36-D31A-4435-9114-39F6A8210863}" dt="2026-05-29T09:39:25.945" v="9592" actId="207"/>
          <ac:spMkLst>
            <pc:docMk/>
            <pc:sldMk cId="2439987163" sldId="635"/>
            <ac:spMk id="5" creationId="{E71ADCB6-1AC6-EDF2-91C1-E29BCD09FAE2}"/>
          </ac:spMkLst>
        </pc:spChg>
        <pc:spChg chg="del">
          <ac:chgData name="최지훈(산업경영공학과)" userId="f10e4a28-cc96-4aa6-a477-606261d4ea34" providerId="ADAL" clId="{E1BDFF36-D31A-4435-9114-39F6A8210863}" dt="2026-05-29T09:38:54.175" v="9583" actId="478"/>
          <ac:spMkLst>
            <pc:docMk/>
            <pc:sldMk cId="2439987163" sldId="635"/>
            <ac:spMk id="14" creationId="{B51A2CAA-6DDE-8F6C-1C42-AC9CF98F0744}"/>
          </ac:spMkLst>
        </pc:spChg>
        <pc:spChg chg="del">
          <ac:chgData name="최지훈(산업경영공학과)" userId="f10e4a28-cc96-4aa6-a477-606261d4ea34" providerId="ADAL" clId="{E1BDFF36-D31A-4435-9114-39F6A8210863}" dt="2026-05-29T09:38:44.512" v="9577" actId="478"/>
          <ac:spMkLst>
            <pc:docMk/>
            <pc:sldMk cId="2439987163" sldId="635"/>
            <ac:spMk id="15" creationId="{5B095593-FAA2-1222-7683-A0BEA9D2E6EA}"/>
          </ac:spMkLst>
        </pc:spChg>
        <pc:spChg chg="del">
          <ac:chgData name="최지훈(산업경영공학과)" userId="f10e4a28-cc96-4aa6-a477-606261d4ea34" providerId="ADAL" clId="{E1BDFF36-D31A-4435-9114-39F6A8210863}" dt="2026-05-29T09:38:45.874" v="9578" actId="478"/>
          <ac:spMkLst>
            <pc:docMk/>
            <pc:sldMk cId="2439987163" sldId="635"/>
            <ac:spMk id="17" creationId="{362EA2B4-16AF-B22C-43E5-E757DA534C9D}"/>
          </ac:spMkLst>
        </pc:spChg>
        <pc:spChg chg="del">
          <ac:chgData name="최지훈(산업경영공학과)" userId="f10e4a28-cc96-4aa6-a477-606261d4ea34" providerId="ADAL" clId="{E1BDFF36-D31A-4435-9114-39F6A8210863}" dt="2026-05-29T09:38:47.050" v="9579" actId="478"/>
          <ac:spMkLst>
            <pc:docMk/>
            <pc:sldMk cId="2439987163" sldId="635"/>
            <ac:spMk id="18" creationId="{7A390077-51BB-048F-CF23-2751D459DDCF}"/>
          </ac:spMkLst>
        </pc:spChg>
        <pc:spChg chg="del">
          <ac:chgData name="최지훈(산업경영공학과)" userId="f10e4a28-cc96-4aa6-a477-606261d4ea34" providerId="ADAL" clId="{E1BDFF36-D31A-4435-9114-39F6A8210863}" dt="2026-05-29T09:38:48.792" v="9580" actId="478"/>
          <ac:spMkLst>
            <pc:docMk/>
            <pc:sldMk cId="2439987163" sldId="635"/>
            <ac:spMk id="19" creationId="{952E3012-6F52-C05C-978D-B99543AC7A27}"/>
          </ac:spMkLst>
        </pc:spChg>
        <pc:spChg chg="del">
          <ac:chgData name="최지훈(산업경영공학과)" userId="f10e4a28-cc96-4aa6-a477-606261d4ea34" providerId="ADAL" clId="{E1BDFF36-D31A-4435-9114-39F6A8210863}" dt="2026-05-29T09:38:49.983" v="9581" actId="478"/>
          <ac:spMkLst>
            <pc:docMk/>
            <pc:sldMk cId="2439987163" sldId="635"/>
            <ac:spMk id="20" creationId="{8ADA5D0C-05C5-0FD7-D146-5585F248B2AF}"/>
          </ac:spMkLst>
        </pc:spChg>
        <pc:spChg chg="mod">
          <ac:chgData name="최지훈(산업경영공학과)" userId="f10e4a28-cc96-4aa6-a477-606261d4ea34" providerId="ADAL" clId="{E1BDFF36-D31A-4435-9114-39F6A8210863}" dt="2026-05-29T09:39:15.277" v="9588" actId="1076"/>
          <ac:spMkLst>
            <pc:docMk/>
            <pc:sldMk cId="2439987163" sldId="635"/>
            <ac:spMk id="21" creationId="{1E1D9585-7B78-3A43-7D97-22F784FEF47A}"/>
          </ac:spMkLst>
        </pc:spChg>
      </pc:sldChg>
      <pc:sldChg chg="addSp delSp modSp add mod">
        <pc:chgData name="최지훈(산업경영공학과)" userId="f10e4a28-cc96-4aa6-a477-606261d4ea34" providerId="ADAL" clId="{E1BDFF36-D31A-4435-9114-39F6A8210863}" dt="2026-05-29T09:41:21.809" v="9644" actId="1076"/>
        <pc:sldMkLst>
          <pc:docMk/>
          <pc:sldMk cId="4019865396" sldId="635"/>
        </pc:sldMkLst>
        <pc:spChg chg="mod">
          <ac:chgData name="최지훈(산업경영공학과)" userId="f10e4a28-cc96-4aa6-a477-606261d4ea34" providerId="ADAL" clId="{E1BDFF36-D31A-4435-9114-39F6A8210863}" dt="2026-05-29T09:41:10.266" v="9641" actId="20577"/>
          <ac:spMkLst>
            <pc:docMk/>
            <pc:sldMk cId="4019865396" sldId="635"/>
            <ac:spMk id="8" creationId="{D560EFE9-C7B6-ABB3-6555-58E07B093B9F}"/>
          </ac:spMkLst>
        </pc:spChg>
        <pc:picChg chg="add mod">
          <ac:chgData name="최지훈(산업경영공학과)" userId="f10e4a28-cc96-4aa6-a477-606261d4ea34" providerId="ADAL" clId="{E1BDFF36-D31A-4435-9114-39F6A8210863}" dt="2026-05-29T09:41:21.809" v="9644" actId="1076"/>
          <ac:picMkLst>
            <pc:docMk/>
            <pc:sldMk cId="4019865396" sldId="635"/>
            <ac:picMk id="5" creationId="{DDA95485-A4CC-D736-EA8E-A0E8520CCDD6}"/>
          </ac:picMkLst>
        </pc:picChg>
        <pc:picChg chg="del">
          <ac:chgData name="최지훈(산업경영공학과)" userId="f10e4a28-cc96-4aa6-a477-606261d4ea34" providerId="ADAL" clId="{E1BDFF36-D31A-4435-9114-39F6A8210863}" dt="2026-05-29T09:41:13.365" v="9642" actId="478"/>
          <ac:picMkLst>
            <pc:docMk/>
            <pc:sldMk cId="4019865396" sldId="635"/>
            <ac:picMk id="16" creationId="{F229D087-345E-66E2-1B8C-2E35575555AC}"/>
          </ac:picMkLst>
        </pc:picChg>
        <pc:picChg chg="del">
          <ac:chgData name="최지훈(산업경영공학과)" userId="f10e4a28-cc96-4aa6-a477-606261d4ea34" providerId="ADAL" clId="{E1BDFF36-D31A-4435-9114-39F6A8210863}" dt="2026-05-29T09:41:13.365" v="9642" actId="478"/>
          <ac:picMkLst>
            <pc:docMk/>
            <pc:sldMk cId="4019865396" sldId="635"/>
            <ac:picMk id="24" creationId="{5E7A3144-8711-94FB-8E2E-030349C644AB}"/>
          </ac:picMkLst>
        </pc:picChg>
        <pc:picChg chg="del">
          <ac:chgData name="최지훈(산업경영공학과)" userId="f10e4a28-cc96-4aa6-a477-606261d4ea34" providerId="ADAL" clId="{E1BDFF36-D31A-4435-9114-39F6A8210863}" dt="2026-05-29T09:41:13.365" v="9642" actId="478"/>
          <ac:picMkLst>
            <pc:docMk/>
            <pc:sldMk cId="4019865396" sldId="635"/>
            <ac:picMk id="26" creationId="{0E7F05D2-E85D-26CB-27BA-7598EF3CB903}"/>
          </ac:picMkLst>
        </pc:picChg>
      </pc:sldChg>
      <pc:sldChg chg="addSp delSp modSp add mod">
        <pc:chgData name="최지훈(산업경영공학과)" userId="f10e4a28-cc96-4aa6-a477-606261d4ea34" providerId="ADAL" clId="{E1BDFF36-D31A-4435-9114-39F6A8210863}" dt="2026-05-29T09:42:53.469" v="9667" actId="20577"/>
        <pc:sldMkLst>
          <pc:docMk/>
          <pc:sldMk cId="3082888661" sldId="636"/>
        </pc:sldMkLst>
        <pc:spChg chg="mod">
          <ac:chgData name="최지훈(산업경영공학과)" userId="f10e4a28-cc96-4aa6-a477-606261d4ea34" providerId="ADAL" clId="{E1BDFF36-D31A-4435-9114-39F6A8210863}" dt="2026-05-29T09:42:53.469" v="9667" actId="20577"/>
          <ac:spMkLst>
            <pc:docMk/>
            <pc:sldMk cId="3082888661" sldId="636"/>
            <ac:spMk id="8" creationId="{3AC5A71B-20CC-96FB-3650-0A81FC4D901B}"/>
          </ac:spMkLst>
        </pc:spChg>
        <pc:picChg chg="del">
          <ac:chgData name="최지훈(산업경영공학과)" userId="f10e4a28-cc96-4aa6-a477-606261d4ea34" providerId="ADAL" clId="{E1BDFF36-D31A-4435-9114-39F6A8210863}" dt="2026-05-29T09:41:34.883" v="9646" actId="478"/>
          <ac:picMkLst>
            <pc:docMk/>
            <pc:sldMk cId="3082888661" sldId="636"/>
            <ac:picMk id="5" creationId="{9BE493E1-F0FE-6981-F902-E002B2E7825D}"/>
          </ac:picMkLst>
        </pc:picChg>
        <pc:picChg chg="add mod">
          <ac:chgData name="최지훈(산업경영공학과)" userId="f10e4a28-cc96-4aa6-a477-606261d4ea34" providerId="ADAL" clId="{E1BDFF36-D31A-4435-9114-39F6A8210863}" dt="2026-05-29T09:42:49.716" v="9648" actId="1076"/>
          <ac:picMkLst>
            <pc:docMk/>
            <pc:sldMk cId="3082888661" sldId="636"/>
            <ac:picMk id="6" creationId="{942751F3-BB20-C577-A38C-C98415076923}"/>
          </ac:picMkLst>
        </pc:picChg>
      </pc:sldChg>
      <pc:sldChg chg="delSp modSp add del mod">
        <pc:chgData name="최지훈(산업경영공학과)" userId="f10e4a28-cc96-4aa6-a477-606261d4ea34" providerId="ADAL" clId="{E1BDFF36-D31A-4435-9114-39F6A8210863}" dt="2026-05-29T09:40:59.795" v="9614" actId="47"/>
        <pc:sldMkLst>
          <pc:docMk/>
          <pc:sldMk cId="3359092729" sldId="636"/>
        </pc:sldMkLst>
        <pc:spChg chg="mod">
          <ac:chgData name="최지훈(산업경영공학과)" userId="f10e4a28-cc96-4aa6-a477-606261d4ea34" providerId="ADAL" clId="{E1BDFF36-D31A-4435-9114-39F6A8210863}" dt="2026-05-29T09:40:09.717" v="9604" actId="1076"/>
          <ac:spMkLst>
            <pc:docMk/>
            <pc:sldMk cId="3359092729" sldId="636"/>
            <ac:spMk id="14" creationId="{D4322D29-A44B-58EC-1535-DCCB96AD574E}"/>
          </ac:spMkLst>
        </pc:spChg>
        <pc:spChg chg="mod">
          <ac:chgData name="최지훈(산업경영공학과)" userId="f10e4a28-cc96-4aa6-a477-606261d4ea34" providerId="ADAL" clId="{E1BDFF36-D31A-4435-9114-39F6A8210863}" dt="2026-05-29T09:40:14.316" v="9605" actId="1076"/>
          <ac:spMkLst>
            <pc:docMk/>
            <pc:sldMk cId="3359092729" sldId="636"/>
            <ac:spMk id="17" creationId="{EE0B86B3-6CF4-3398-1FA4-81183ECBA0AD}"/>
          </ac:spMkLst>
        </pc:spChg>
        <pc:spChg chg="del">
          <ac:chgData name="최지훈(산업경영공학과)" userId="f10e4a28-cc96-4aa6-a477-606261d4ea34" providerId="ADAL" clId="{E1BDFF36-D31A-4435-9114-39F6A8210863}" dt="2026-05-29T09:40:03.042" v="9601" actId="478"/>
          <ac:spMkLst>
            <pc:docMk/>
            <pc:sldMk cId="3359092729" sldId="636"/>
            <ac:spMk id="18" creationId="{715C4356-4594-1C69-9071-D6BDDE1F765B}"/>
          </ac:spMkLst>
        </pc:spChg>
        <pc:spChg chg="del">
          <ac:chgData name="최지훈(산업경영공학과)" userId="f10e4a28-cc96-4aa6-a477-606261d4ea34" providerId="ADAL" clId="{E1BDFF36-D31A-4435-9114-39F6A8210863}" dt="2026-05-29T09:40:04.593" v="9602" actId="478"/>
          <ac:spMkLst>
            <pc:docMk/>
            <pc:sldMk cId="3359092729" sldId="636"/>
            <ac:spMk id="19" creationId="{73771532-E01D-3F03-075E-0C249A07E270}"/>
          </ac:spMkLst>
        </pc:spChg>
        <pc:spChg chg="mod">
          <ac:chgData name="최지훈(산업경영공학과)" userId="f10e4a28-cc96-4aa6-a477-606261d4ea34" providerId="ADAL" clId="{E1BDFF36-D31A-4435-9114-39F6A8210863}" dt="2026-05-29T09:40:17.548" v="9606" actId="1076"/>
          <ac:spMkLst>
            <pc:docMk/>
            <pc:sldMk cId="3359092729" sldId="636"/>
            <ac:spMk id="20" creationId="{E898B61A-B78B-518C-FBDE-6BFC27AD5A7D}"/>
          </ac:spMkLst>
        </pc:spChg>
      </pc:sldChg>
      <pc:sldChg chg="add">
        <pc:chgData name="최지훈(산업경영공학과)" userId="f10e4a28-cc96-4aa6-a477-606261d4ea34" providerId="ADAL" clId="{E1BDFF36-D31A-4435-9114-39F6A8210863}" dt="2026-05-29T09:42:56.983" v="9668" actId="2890"/>
        <pc:sldMkLst>
          <pc:docMk/>
          <pc:sldMk cId="21484187" sldId="637"/>
        </pc:sldMkLst>
      </pc:sldChg>
      <pc:sldChg chg="add del">
        <pc:chgData name="최지훈(산업경영공학과)" userId="f10e4a28-cc96-4aa6-a477-606261d4ea34" providerId="ADAL" clId="{E1BDFF36-D31A-4435-9114-39F6A8210863}" dt="2026-05-29T09:40:36.747" v="9608"/>
        <pc:sldMkLst>
          <pc:docMk/>
          <pc:sldMk cId="1938576821" sldId="637"/>
        </pc:sldMkLst>
      </pc:sldChg>
      <pc:sldChg chg="addSp delSp modSp add mod">
        <pc:chgData name="최지훈(산업경영공학과)" userId="f10e4a28-cc96-4aa6-a477-606261d4ea34" providerId="ADAL" clId="{E1BDFF36-D31A-4435-9114-39F6A8210863}" dt="2026-05-29T09:50:01.076" v="9916" actId="478"/>
        <pc:sldMkLst>
          <pc:docMk/>
          <pc:sldMk cId="3114671600" sldId="638"/>
        </pc:sldMkLst>
        <pc:spChg chg="mod">
          <ac:chgData name="최지훈(산업경영공학과)" userId="f10e4a28-cc96-4aa6-a477-606261d4ea34" providerId="ADAL" clId="{E1BDFF36-D31A-4435-9114-39F6A8210863}" dt="2026-05-29T09:43:58.506" v="9701" actId="20577"/>
          <ac:spMkLst>
            <pc:docMk/>
            <pc:sldMk cId="3114671600" sldId="638"/>
            <ac:spMk id="2" creationId="{CDCE2831-42EF-9A49-1C3C-26EEBB46DCFD}"/>
          </ac:spMkLst>
        </pc:spChg>
        <pc:spChg chg="add mod">
          <ac:chgData name="최지훈(산업경영공학과)" userId="f10e4a28-cc96-4aa6-a477-606261d4ea34" providerId="ADAL" clId="{E1BDFF36-D31A-4435-9114-39F6A8210863}" dt="2026-05-29T09:45:51.233" v="9739" actId="164"/>
          <ac:spMkLst>
            <pc:docMk/>
            <pc:sldMk cId="3114671600" sldId="638"/>
            <ac:spMk id="7" creationId="{72538EBC-56F5-A940-A1FA-B854D183BE85}"/>
          </ac:spMkLst>
        </pc:spChg>
        <pc:spChg chg="mod">
          <ac:chgData name="최지훈(산업경영공학과)" userId="f10e4a28-cc96-4aa6-a477-606261d4ea34" providerId="ADAL" clId="{E1BDFF36-D31A-4435-9114-39F6A8210863}" dt="2026-05-29T09:44:06.324" v="9711" actId="20577"/>
          <ac:spMkLst>
            <pc:docMk/>
            <pc:sldMk cId="3114671600" sldId="638"/>
            <ac:spMk id="8" creationId="{FF851637-5358-D661-EB70-46F4F36EAC19}"/>
          </ac:spMkLst>
        </pc:spChg>
        <pc:spChg chg="add mod">
          <ac:chgData name="최지훈(산업경영공학과)" userId="f10e4a28-cc96-4aa6-a477-606261d4ea34" providerId="ADAL" clId="{E1BDFF36-D31A-4435-9114-39F6A8210863}" dt="2026-05-29T09:45:51.233" v="9739" actId="164"/>
          <ac:spMkLst>
            <pc:docMk/>
            <pc:sldMk cId="3114671600" sldId="638"/>
            <ac:spMk id="9" creationId="{CDB8F346-13FF-F0CA-83EF-98955977383F}"/>
          </ac:spMkLst>
        </pc:spChg>
        <pc:spChg chg="add mod">
          <ac:chgData name="최지훈(산업경영공학과)" userId="f10e4a28-cc96-4aa6-a477-606261d4ea34" providerId="ADAL" clId="{E1BDFF36-D31A-4435-9114-39F6A8210863}" dt="2026-05-29T09:45:51.233" v="9739" actId="164"/>
          <ac:spMkLst>
            <pc:docMk/>
            <pc:sldMk cId="3114671600" sldId="638"/>
            <ac:spMk id="10" creationId="{3995760E-67DC-B0A2-3B36-0C03D5822EC7}"/>
          </ac:spMkLst>
        </pc:spChg>
        <pc:spChg chg="add mod">
          <ac:chgData name="최지훈(산업경영공학과)" userId="f10e4a28-cc96-4aa6-a477-606261d4ea34" providerId="ADAL" clId="{E1BDFF36-D31A-4435-9114-39F6A8210863}" dt="2026-05-29T09:45:51.233" v="9739" actId="164"/>
          <ac:spMkLst>
            <pc:docMk/>
            <pc:sldMk cId="3114671600" sldId="638"/>
            <ac:spMk id="11" creationId="{11098FF5-1C78-1755-E4E8-511B5D169E1D}"/>
          </ac:spMkLst>
        </pc:spChg>
        <pc:spChg chg="add mod">
          <ac:chgData name="최지훈(산업경영공학과)" userId="f10e4a28-cc96-4aa6-a477-606261d4ea34" providerId="ADAL" clId="{E1BDFF36-D31A-4435-9114-39F6A8210863}" dt="2026-05-29T09:45:51.233" v="9739" actId="164"/>
          <ac:spMkLst>
            <pc:docMk/>
            <pc:sldMk cId="3114671600" sldId="638"/>
            <ac:spMk id="12" creationId="{094230A5-725D-F79E-72A2-5C4E60591368}"/>
          </ac:spMkLst>
        </pc:spChg>
        <pc:spChg chg="add mod">
          <ac:chgData name="최지훈(산업경영공학과)" userId="f10e4a28-cc96-4aa6-a477-606261d4ea34" providerId="ADAL" clId="{E1BDFF36-D31A-4435-9114-39F6A8210863}" dt="2026-05-29T09:45:51.233" v="9739" actId="164"/>
          <ac:spMkLst>
            <pc:docMk/>
            <pc:sldMk cId="3114671600" sldId="638"/>
            <ac:spMk id="13" creationId="{856F97F1-61D3-1C54-1460-0784C66CCEDC}"/>
          </ac:spMkLst>
        </pc:spChg>
        <pc:spChg chg="add mod">
          <ac:chgData name="최지훈(산업경영공학과)" userId="f10e4a28-cc96-4aa6-a477-606261d4ea34" providerId="ADAL" clId="{E1BDFF36-D31A-4435-9114-39F6A8210863}" dt="2026-05-29T09:45:49.188" v="9738"/>
          <ac:spMkLst>
            <pc:docMk/>
            <pc:sldMk cId="3114671600" sldId="638"/>
            <ac:spMk id="14" creationId="{5436BD08-A511-7FF6-341F-20B6604FED08}"/>
          </ac:spMkLst>
        </pc:spChg>
        <pc:spChg chg="add mod">
          <ac:chgData name="최지훈(산업경영공학과)" userId="f10e4a28-cc96-4aa6-a477-606261d4ea34" providerId="ADAL" clId="{E1BDFF36-D31A-4435-9114-39F6A8210863}" dt="2026-05-29T09:45:49.188" v="9738"/>
          <ac:spMkLst>
            <pc:docMk/>
            <pc:sldMk cId="3114671600" sldId="638"/>
            <ac:spMk id="15" creationId="{BF20FDBB-9DFC-9FA8-D7D3-6F2076A4E0D3}"/>
          </ac:spMkLst>
        </pc:spChg>
        <pc:spChg chg="add mod">
          <ac:chgData name="최지훈(산업경영공학과)" userId="f10e4a28-cc96-4aa6-a477-606261d4ea34" providerId="ADAL" clId="{E1BDFF36-D31A-4435-9114-39F6A8210863}" dt="2026-05-29T09:45:49.188" v="9738"/>
          <ac:spMkLst>
            <pc:docMk/>
            <pc:sldMk cId="3114671600" sldId="638"/>
            <ac:spMk id="16" creationId="{98260EB9-B9E5-FCC2-F7BA-F64FFF5C9622}"/>
          </ac:spMkLst>
        </pc:spChg>
        <pc:spChg chg="add mod">
          <ac:chgData name="최지훈(산업경영공학과)" userId="f10e4a28-cc96-4aa6-a477-606261d4ea34" providerId="ADAL" clId="{E1BDFF36-D31A-4435-9114-39F6A8210863}" dt="2026-05-29T09:45:49.188" v="9738"/>
          <ac:spMkLst>
            <pc:docMk/>
            <pc:sldMk cId="3114671600" sldId="638"/>
            <ac:spMk id="17" creationId="{C0EE04AA-1560-3DDB-B8A1-EDDF76B5BA8E}"/>
          </ac:spMkLst>
        </pc:spChg>
        <pc:spChg chg="add mod">
          <ac:chgData name="최지훈(산업경영공학과)" userId="f10e4a28-cc96-4aa6-a477-606261d4ea34" providerId="ADAL" clId="{E1BDFF36-D31A-4435-9114-39F6A8210863}" dt="2026-05-29T09:45:49.188" v="9738"/>
          <ac:spMkLst>
            <pc:docMk/>
            <pc:sldMk cId="3114671600" sldId="638"/>
            <ac:spMk id="18" creationId="{45F84DA2-908C-7367-5B8D-0BDB8D72F911}"/>
          </ac:spMkLst>
        </pc:spChg>
        <pc:spChg chg="add mod">
          <ac:chgData name="최지훈(산업경영공학과)" userId="f10e4a28-cc96-4aa6-a477-606261d4ea34" providerId="ADAL" clId="{E1BDFF36-D31A-4435-9114-39F6A8210863}" dt="2026-05-29T09:45:49.188" v="9738"/>
          <ac:spMkLst>
            <pc:docMk/>
            <pc:sldMk cId="3114671600" sldId="638"/>
            <ac:spMk id="19" creationId="{0120295E-AAB7-A86F-5884-B718FC75F14F}"/>
          </ac:spMkLst>
        </pc:spChg>
        <pc:spChg chg="mod">
          <ac:chgData name="최지훈(산업경영공학과)" userId="f10e4a28-cc96-4aa6-a477-606261d4ea34" providerId="ADAL" clId="{E1BDFF36-D31A-4435-9114-39F6A8210863}" dt="2026-05-29T09:45:52.453" v="9740"/>
          <ac:spMkLst>
            <pc:docMk/>
            <pc:sldMk cId="3114671600" sldId="638"/>
            <ac:spMk id="22" creationId="{89438FA3-FBBD-6D51-B623-7C5E4AD4834F}"/>
          </ac:spMkLst>
        </pc:spChg>
        <pc:spChg chg="mod">
          <ac:chgData name="최지훈(산업경영공학과)" userId="f10e4a28-cc96-4aa6-a477-606261d4ea34" providerId="ADAL" clId="{E1BDFF36-D31A-4435-9114-39F6A8210863}" dt="2026-05-29T09:45:52.453" v="9740"/>
          <ac:spMkLst>
            <pc:docMk/>
            <pc:sldMk cId="3114671600" sldId="638"/>
            <ac:spMk id="23" creationId="{F04890AE-F340-E9E4-06B9-8B726660C946}"/>
          </ac:spMkLst>
        </pc:spChg>
        <pc:spChg chg="mod">
          <ac:chgData name="최지훈(산업경영공학과)" userId="f10e4a28-cc96-4aa6-a477-606261d4ea34" providerId="ADAL" clId="{E1BDFF36-D31A-4435-9114-39F6A8210863}" dt="2026-05-29T09:45:52.453" v="9740"/>
          <ac:spMkLst>
            <pc:docMk/>
            <pc:sldMk cId="3114671600" sldId="638"/>
            <ac:spMk id="24" creationId="{9A7F7BB5-A27E-22DD-5FD6-CD5218F0533A}"/>
          </ac:spMkLst>
        </pc:spChg>
        <pc:spChg chg="mod">
          <ac:chgData name="최지훈(산업경영공학과)" userId="f10e4a28-cc96-4aa6-a477-606261d4ea34" providerId="ADAL" clId="{E1BDFF36-D31A-4435-9114-39F6A8210863}" dt="2026-05-29T09:45:52.453" v="9740"/>
          <ac:spMkLst>
            <pc:docMk/>
            <pc:sldMk cId="3114671600" sldId="638"/>
            <ac:spMk id="25" creationId="{0D2E989C-D45D-AFE6-DD4F-5A1B4F1A1115}"/>
          </ac:spMkLst>
        </pc:spChg>
        <pc:spChg chg="mod">
          <ac:chgData name="최지훈(산업경영공학과)" userId="f10e4a28-cc96-4aa6-a477-606261d4ea34" providerId="ADAL" clId="{E1BDFF36-D31A-4435-9114-39F6A8210863}" dt="2026-05-29T09:45:52.453" v="9740"/>
          <ac:spMkLst>
            <pc:docMk/>
            <pc:sldMk cId="3114671600" sldId="638"/>
            <ac:spMk id="26" creationId="{6FB98B58-1527-A38C-1C89-82AC3E96ED56}"/>
          </ac:spMkLst>
        </pc:spChg>
        <pc:spChg chg="mod">
          <ac:chgData name="최지훈(산업경영공학과)" userId="f10e4a28-cc96-4aa6-a477-606261d4ea34" providerId="ADAL" clId="{E1BDFF36-D31A-4435-9114-39F6A8210863}" dt="2026-05-29T09:45:52.453" v="9740"/>
          <ac:spMkLst>
            <pc:docMk/>
            <pc:sldMk cId="3114671600" sldId="638"/>
            <ac:spMk id="27" creationId="{179355DB-45E4-35C8-F494-6F0EF1BB8268}"/>
          </ac:spMkLst>
        </pc:spChg>
        <pc:spChg chg="mod">
          <ac:chgData name="최지훈(산업경영공학과)" userId="f10e4a28-cc96-4aa6-a477-606261d4ea34" providerId="ADAL" clId="{E1BDFF36-D31A-4435-9114-39F6A8210863}" dt="2026-05-29T09:46:00.486" v="9744"/>
          <ac:spMkLst>
            <pc:docMk/>
            <pc:sldMk cId="3114671600" sldId="638"/>
            <ac:spMk id="29" creationId="{8DA2385D-646E-4AF5-811D-2F2D82A03B79}"/>
          </ac:spMkLst>
        </pc:spChg>
        <pc:spChg chg="mod">
          <ac:chgData name="최지훈(산업경영공학과)" userId="f10e4a28-cc96-4aa6-a477-606261d4ea34" providerId="ADAL" clId="{E1BDFF36-D31A-4435-9114-39F6A8210863}" dt="2026-05-29T09:46:00.486" v="9744"/>
          <ac:spMkLst>
            <pc:docMk/>
            <pc:sldMk cId="3114671600" sldId="638"/>
            <ac:spMk id="30" creationId="{4BAA08BE-F11E-9D53-2BFB-98EDD50DC41F}"/>
          </ac:spMkLst>
        </pc:spChg>
        <pc:spChg chg="mod">
          <ac:chgData name="최지훈(산업경영공학과)" userId="f10e4a28-cc96-4aa6-a477-606261d4ea34" providerId="ADAL" clId="{E1BDFF36-D31A-4435-9114-39F6A8210863}" dt="2026-05-29T09:46:00.486" v="9744"/>
          <ac:spMkLst>
            <pc:docMk/>
            <pc:sldMk cId="3114671600" sldId="638"/>
            <ac:spMk id="31" creationId="{826E248A-7707-9E3C-CFC2-CAF8D9E78362}"/>
          </ac:spMkLst>
        </pc:spChg>
        <pc:spChg chg="mod">
          <ac:chgData name="최지훈(산업경영공학과)" userId="f10e4a28-cc96-4aa6-a477-606261d4ea34" providerId="ADAL" clId="{E1BDFF36-D31A-4435-9114-39F6A8210863}" dt="2026-05-29T09:46:00.486" v="9744"/>
          <ac:spMkLst>
            <pc:docMk/>
            <pc:sldMk cId="3114671600" sldId="638"/>
            <ac:spMk id="32" creationId="{9116D43A-9A0B-0D12-A88B-BEA4880C46BF}"/>
          </ac:spMkLst>
        </pc:spChg>
        <pc:spChg chg="mod">
          <ac:chgData name="최지훈(산업경영공학과)" userId="f10e4a28-cc96-4aa6-a477-606261d4ea34" providerId="ADAL" clId="{E1BDFF36-D31A-4435-9114-39F6A8210863}" dt="2026-05-29T09:46:00.486" v="9744"/>
          <ac:spMkLst>
            <pc:docMk/>
            <pc:sldMk cId="3114671600" sldId="638"/>
            <ac:spMk id="33" creationId="{86B25CCB-97E5-B4EF-86D6-A8D6B9D13433}"/>
          </ac:spMkLst>
        </pc:spChg>
        <pc:spChg chg="mod">
          <ac:chgData name="최지훈(산업경영공학과)" userId="f10e4a28-cc96-4aa6-a477-606261d4ea34" providerId="ADAL" clId="{E1BDFF36-D31A-4435-9114-39F6A8210863}" dt="2026-05-29T09:46:00.486" v="9744"/>
          <ac:spMkLst>
            <pc:docMk/>
            <pc:sldMk cId="3114671600" sldId="638"/>
            <ac:spMk id="34" creationId="{80DAE674-21B1-F757-7ABB-0713AE60D58B}"/>
          </ac:spMkLst>
        </pc:spChg>
        <pc:spChg chg="mod">
          <ac:chgData name="최지훈(산업경영공학과)" userId="f10e4a28-cc96-4aa6-a477-606261d4ea34" providerId="ADAL" clId="{E1BDFF36-D31A-4435-9114-39F6A8210863}" dt="2026-05-29T09:46:11.479" v="9752"/>
          <ac:spMkLst>
            <pc:docMk/>
            <pc:sldMk cId="3114671600" sldId="638"/>
            <ac:spMk id="36" creationId="{40422D46-3A9E-EDC5-C3F8-6C39AAE84B0E}"/>
          </ac:spMkLst>
        </pc:spChg>
        <pc:spChg chg="mod">
          <ac:chgData name="최지훈(산업경영공학과)" userId="f10e4a28-cc96-4aa6-a477-606261d4ea34" providerId="ADAL" clId="{E1BDFF36-D31A-4435-9114-39F6A8210863}" dt="2026-05-29T09:46:11.479" v="9752"/>
          <ac:spMkLst>
            <pc:docMk/>
            <pc:sldMk cId="3114671600" sldId="638"/>
            <ac:spMk id="37" creationId="{B6C9A1F3-DF5F-9B12-011F-06CC781A3712}"/>
          </ac:spMkLst>
        </pc:spChg>
        <pc:spChg chg="mod">
          <ac:chgData name="최지훈(산업경영공학과)" userId="f10e4a28-cc96-4aa6-a477-606261d4ea34" providerId="ADAL" clId="{E1BDFF36-D31A-4435-9114-39F6A8210863}" dt="2026-05-29T09:46:11.479" v="9752"/>
          <ac:spMkLst>
            <pc:docMk/>
            <pc:sldMk cId="3114671600" sldId="638"/>
            <ac:spMk id="38" creationId="{C41CB9F0-3660-6454-CC80-28B38E4D1299}"/>
          </ac:spMkLst>
        </pc:spChg>
        <pc:spChg chg="mod">
          <ac:chgData name="최지훈(산업경영공학과)" userId="f10e4a28-cc96-4aa6-a477-606261d4ea34" providerId="ADAL" clId="{E1BDFF36-D31A-4435-9114-39F6A8210863}" dt="2026-05-29T09:46:11.479" v="9752"/>
          <ac:spMkLst>
            <pc:docMk/>
            <pc:sldMk cId="3114671600" sldId="638"/>
            <ac:spMk id="39" creationId="{E4C3AC51-7B9F-D3E4-3DCF-61D7F30564C2}"/>
          </ac:spMkLst>
        </pc:spChg>
        <pc:spChg chg="mod">
          <ac:chgData name="최지훈(산업경영공학과)" userId="f10e4a28-cc96-4aa6-a477-606261d4ea34" providerId="ADAL" clId="{E1BDFF36-D31A-4435-9114-39F6A8210863}" dt="2026-05-29T09:46:11.479" v="9752"/>
          <ac:spMkLst>
            <pc:docMk/>
            <pc:sldMk cId="3114671600" sldId="638"/>
            <ac:spMk id="40" creationId="{E4481514-032B-DEB6-87EB-FC506898A385}"/>
          </ac:spMkLst>
        </pc:spChg>
        <pc:spChg chg="mod">
          <ac:chgData name="최지훈(산업경영공학과)" userId="f10e4a28-cc96-4aa6-a477-606261d4ea34" providerId="ADAL" clId="{E1BDFF36-D31A-4435-9114-39F6A8210863}" dt="2026-05-29T09:46:11.479" v="9752"/>
          <ac:spMkLst>
            <pc:docMk/>
            <pc:sldMk cId="3114671600" sldId="638"/>
            <ac:spMk id="41" creationId="{4F70C44E-B2CB-9280-5FBF-5173E5028541}"/>
          </ac:spMkLst>
        </pc:spChg>
        <pc:spChg chg="add mod">
          <ac:chgData name="최지훈(산업경영공학과)" userId="f10e4a28-cc96-4aa6-a477-606261d4ea34" providerId="ADAL" clId="{E1BDFF36-D31A-4435-9114-39F6A8210863}" dt="2026-05-29T09:47:36.845" v="9769" actId="164"/>
          <ac:spMkLst>
            <pc:docMk/>
            <pc:sldMk cId="3114671600" sldId="638"/>
            <ac:spMk id="47" creationId="{153362FF-4C96-1586-E6C2-C9CB088C0253}"/>
          </ac:spMkLst>
        </pc:spChg>
        <pc:spChg chg="add mod">
          <ac:chgData name="최지훈(산업경영공학과)" userId="f10e4a28-cc96-4aa6-a477-606261d4ea34" providerId="ADAL" clId="{E1BDFF36-D31A-4435-9114-39F6A8210863}" dt="2026-05-29T09:47:36.845" v="9769" actId="164"/>
          <ac:spMkLst>
            <pc:docMk/>
            <pc:sldMk cId="3114671600" sldId="638"/>
            <ac:spMk id="49" creationId="{27A4C30D-D82C-6AEC-7C91-9AF64F7C1E2B}"/>
          </ac:spMkLst>
        </pc:spChg>
        <pc:spChg chg="mod">
          <ac:chgData name="최지훈(산업경영공학과)" userId="f10e4a28-cc96-4aa6-a477-606261d4ea34" providerId="ADAL" clId="{E1BDFF36-D31A-4435-9114-39F6A8210863}" dt="2026-05-29T09:47:40.026" v="9771"/>
          <ac:spMkLst>
            <pc:docMk/>
            <pc:sldMk cId="3114671600" sldId="638"/>
            <ac:spMk id="54" creationId="{AD804F0E-8E0A-CB24-D5B1-D5FDFBA08E04}"/>
          </ac:spMkLst>
        </pc:spChg>
        <pc:spChg chg="mod">
          <ac:chgData name="최지훈(산업경영공학과)" userId="f10e4a28-cc96-4aa6-a477-606261d4ea34" providerId="ADAL" clId="{E1BDFF36-D31A-4435-9114-39F6A8210863}" dt="2026-05-29T09:47:40.026" v="9771"/>
          <ac:spMkLst>
            <pc:docMk/>
            <pc:sldMk cId="3114671600" sldId="638"/>
            <ac:spMk id="56" creationId="{48F40C4A-5D87-F0FB-657E-7451986F98DC}"/>
          </ac:spMkLst>
        </pc:spChg>
        <pc:spChg chg="mod">
          <ac:chgData name="최지훈(산업경영공학과)" userId="f10e4a28-cc96-4aa6-a477-606261d4ea34" providerId="ADAL" clId="{E1BDFF36-D31A-4435-9114-39F6A8210863}" dt="2026-05-29T09:47:40.026" v="9771"/>
          <ac:spMkLst>
            <pc:docMk/>
            <pc:sldMk cId="3114671600" sldId="638"/>
            <ac:spMk id="57" creationId="{2DE6218D-FA69-D0DD-C923-E1783F2123CA}"/>
          </ac:spMkLst>
        </pc:spChg>
        <pc:spChg chg="mod">
          <ac:chgData name="최지훈(산업경영공학과)" userId="f10e4a28-cc96-4aa6-a477-606261d4ea34" providerId="ADAL" clId="{E1BDFF36-D31A-4435-9114-39F6A8210863}" dt="2026-05-29T09:47:40.026" v="9771"/>
          <ac:spMkLst>
            <pc:docMk/>
            <pc:sldMk cId="3114671600" sldId="638"/>
            <ac:spMk id="58" creationId="{69729A64-3CD6-FEE6-289D-2EDF03CB6887}"/>
          </ac:spMkLst>
        </pc:spChg>
        <pc:spChg chg="mod">
          <ac:chgData name="최지훈(산업경영공학과)" userId="f10e4a28-cc96-4aa6-a477-606261d4ea34" providerId="ADAL" clId="{E1BDFF36-D31A-4435-9114-39F6A8210863}" dt="2026-05-29T09:47:40.026" v="9771"/>
          <ac:spMkLst>
            <pc:docMk/>
            <pc:sldMk cId="3114671600" sldId="638"/>
            <ac:spMk id="59" creationId="{F93C3613-1816-795F-10E9-E4642320298E}"/>
          </ac:spMkLst>
        </pc:spChg>
        <pc:spChg chg="mod">
          <ac:chgData name="최지훈(산업경영공학과)" userId="f10e4a28-cc96-4aa6-a477-606261d4ea34" providerId="ADAL" clId="{E1BDFF36-D31A-4435-9114-39F6A8210863}" dt="2026-05-29T09:47:40.026" v="9771"/>
          <ac:spMkLst>
            <pc:docMk/>
            <pc:sldMk cId="3114671600" sldId="638"/>
            <ac:spMk id="60" creationId="{83C4F732-EA70-16B0-1EF1-C104E9069C04}"/>
          </ac:spMkLst>
        </pc:spChg>
        <pc:spChg chg="mod">
          <ac:chgData name="최지훈(산업경영공학과)" userId="f10e4a28-cc96-4aa6-a477-606261d4ea34" providerId="ADAL" clId="{E1BDFF36-D31A-4435-9114-39F6A8210863}" dt="2026-05-29T09:47:40.026" v="9771"/>
          <ac:spMkLst>
            <pc:docMk/>
            <pc:sldMk cId="3114671600" sldId="638"/>
            <ac:spMk id="61" creationId="{D3A24853-E848-A63C-808C-7F5FBABED58A}"/>
          </ac:spMkLst>
        </pc:spChg>
        <pc:spChg chg="mod">
          <ac:chgData name="최지훈(산업경영공학과)" userId="f10e4a28-cc96-4aa6-a477-606261d4ea34" providerId="ADAL" clId="{E1BDFF36-D31A-4435-9114-39F6A8210863}" dt="2026-05-29T09:47:40.026" v="9771"/>
          <ac:spMkLst>
            <pc:docMk/>
            <pc:sldMk cId="3114671600" sldId="638"/>
            <ac:spMk id="62" creationId="{A5D21254-A0D6-8F9B-11B6-4728AF6A8CAD}"/>
          </ac:spMkLst>
        </pc:spChg>
        <pc:spChg chg="mod">
          <ac:chgData name="최지훈(산업경영공학과)" userId="f10e4a28-cc96-4aa6-a477-606261d4ea34" providerId="ADAL" clId="{E1BDFF36-D31A-4435-9114-39F6A8210863}" dt="2026-05-29T09:47:43.461" v="9773"/>
          <ac:spMkLst>
            <pc:docMk/>
            <pc:sldMk cId="3114671600" sldId="638"/>
            <ac:spMk id="66" creationId="{BC6F1FDA-4F13-FA31-267B-62B169A0A230}"/>
          </ac:spMkLst>
        </pc:spChg>
        <pc:spChg chg="mod">
          <ac:chgData name="최지훈(산업경영공학과)" userId="f10e4a28-cc96-4aa6-a477-606261d4ea34" providerId="ADAL" clId="{E1BDFF36-D31A-4435-9114-39F6A8210863}" dt="2026-05-29T09:47:43.461" v="9773"/>
          <ac:spMkLst>
            <pc:docMk/>
            <pc:sldMk cId="3114671600" sldId="638"/>
            <ac:spMk id="68" creationId="{FC8C03A1-EA65-A844-EBE8-B11938A35210}"/>
          </ac:spMkLst>
        </pc:spChg>
        <pc:spChg chg="mod">
          <ac:chgData name="최지훈(산업경영공학과)" userId="f10e4a28-cc96-4aa6-a477-606261d4ea34" providerId="ADAL" clId="{E1BDFF36-D31A-4435-9114-39F6A8210863}" dt="2026-05-29T09:47:43.461" v="9773"/>
          <ac:spMkLst>
            <pc:docMk/>
            <pc:sldMk cId="3114671600" sldId="638"/>
            <ac:spMk id="69" creationId="{2D5E3695-5A04-2DF0-CA15-E84AD8F34009}"/>
          </ac:spMkLst>
        </pc:spChg>
        <pc:spChg chg="mod">
          <ac:chgData name="최지훈(산업경영공학과)" userId="f10e4a28-cc96-4aa6-a477-606261d4ea34" providerId="ADAL" clId="{E1BDFF36-D31A-4435-9114-39F6A8210863}" dt="2026-05-29T09:47:43.461" v="9773"/>
          <ac:spMkLst>
            <pc:docMk/>
            <pc:sldMk cId="3114671600" sldId="638"/>
            <ac:spMk id="70" creationId="{C7F08D89-385E-89D2-BC69-576FE072EFE3}"/>
          </ac:spMkLst>
        </pc:spChg>
        <pc:spChg chg="mod">
          <ac:chgData name="최지훈(산업경영공학과)" userId="f10e4a28-cc96-4aa6-a477-606261d4ea34" providerId="ADAL" clId="{E1BDFF36-D31A-4435-9114-39F6A8210863}" dt="2026-05-29T09:47:43.461" v="9773"/>
          <ac:spMkLst>
            <pc:docMk/>
            <pc:sldMk cId="3114671600" sldId="638"/>
            <ac:spMk id="71" creationId="{1BEFF26C-DB70-3ABC-AEB5-EDD58A91DA2D}"/>
          </ac:spMkLst>
        </pc:spChg>
        <pc:spChg chg="mod">
          <ac:chgData name="최지훈(산업경영공학과)" userId="f10e4a28-cc96-4aa6-a477-606261d4ea34" providerId="ADAL" clId="{E1BDFF36-D31A-4435-9114-39F6A8210863}" dt="2026-05-29T09:47:43.461" v="9773"/>
          <ac:spMkLst>
            <pc:docMk/>
            <pc:sldMk cId="3114671600" sldId="638"/>
            <ac:spMk id="72" creationId="{EC18D117-778D-96C6-1869-EACAFD1EE0A8}"/>
          </ac:spMkLst>
        </pc:spChg>
        <pc:spChg chg="mod">
          <ac:chgData name="최지훈(산업경영공학과)" userId="f10e4a28-cc96-4aa6-a477-606261d4ea34" providerId="ADAL" clId="{E1BDFF36-D31A-4435-9114-39F6A8210863}" dt="2026-05-29T09:47:43.461" v="9773"/>
          <ac:spMkLst>
            <pc:docMk/>
            <pc:sldMk cId="3114671600" sldId="638"/>
            <ac:spMk id="73" creationId="{BB5D5ADD-5ADC-E612-98C8-0806DF37205F}"/>
          </ac:spMkLst>
        </pc:spChg>
        <pc:spChg chg="mod">
          <ac:chgData name="최지훈(산업경영공학과)" userId="f10e4a28-cc96-4aa6-a477-606261d4ea34" providerId="ADAL" clId="{E1BDFF36-D31A-4435-9114-39F6A8210863}" dt="2026-05-29T09:47:43.461" v="9773"/>
          <ac:spMkLst>
            <pc:docMk/>
            <pc:sldMk cId="3114671600" sldId="638"/>
            <ac:spMk id="74" creationId="{1B87225B-E5F5-576D-50F5-770F1BA4DB7F}"/>
          </ac:spMkLst>
        </pc:spChg>
        <pc:spChg chg="mod">
          <ac:chgData name="최지훈(산업경영공학과)" userId="f10e4a28-cc96-4aa6-a477-606261d4ea34" providerId="ADAL" clId="{E1BDFF36-D31A-4435-9114-39F6A8210863}" dt="2026-05-29T09:47:50.312" v="9775"/>
          <ac:spMkLst>
            <pc:docMk/>
            <pc:sldMk cId="3114671600" sldId="638"/>
            <ac:spMk id="78" creationId="{E8ECFA3E-07CB-99A0-DF70-0E7F31F6F80D}"/>
          </ac:spMkLst>
        </pc:spChg>
        <pc:spChg chg="mod">
          <ac:chgData name="최지훈(산업경영공학과)" userId="f10e4a28-cc96-4aa6-a477-606261d4ea34" providerId="ADAL" clId="{E1BDFF36-D31A-4435-9114-39F6A8210863}" dt="2026-05-29T09:47:50.312" v="9775"/>
          <ac:spMkLst>
            <pc:docMk/>
            <pc:sldMk cId="3114671600" sldId="638"/>
            <ac:spMk id="80" creationId="{38B925DB-283A-8275-FB42-AB8B20EF4B26}"/>
          </ac:spMkLst>
        </pc:spChg>
        <pc:spChg chg="mod">
          <ac:chgData name="최지훈(산업경영공학과)" userId="f10e4a28-cc96-4aa6-a477-606261d4ea34" providerId="ADAL" clId="{E1BDFF36-D31A-4435-9114-39F6A8210863}" dt="2026-05-29T09:47:50.312" v="9775"/>
          <ac:spMkLst>
            <pc:docMk/>
            <pc:sldMk cId="3114671600" sldId="638"/>
            <ac:spMk id="81" creationId="{75D539DD-FA45-0901-571E-2C4B5BA77C1D}"/>
          </ac:spMkLst>
        </pc:spChg>
        <pc:spChg chg="mod">
          <ac:chgData name="최지훈(산업경영공학과)" userId="f10e4a28-cc96-4aa6-a477-606261d4ea34" providerId="ADAL" clId="{E1BDFF36-D31A-4435-9114-39F6A8210863}" dt="2026-05-29T09:47:50.312" v="9775"/>
          <ac:spMkLst>
            <pc:docMk/>
            <pc:sldMk cId="3114671600" sldId="638"/>
            <ac:spMk id="82" creationId="{DFF71B90-B0BF-1AAA-8709-90961E81F647}"/>
          </ac:spMkLst>
        </pc:spChg>
        <pc:spChg chg="mod">
          <ac:chgData name="최지훈(산업경영공학과)" userId="f10e4a28-cc96-4aa6-a477-606261d4ea34" providerId="ADAL" clId="{E1BDFF36-D31A-4435-9114-39F6A8210863}" dt="2026-05-29T09:47:50.312" v="9775"/>
          <ac:spMkLst>
            <pc:docMk/>
            <pc:sldMk cId="3114671600" sldId="638"/>
            <ac:spMk id="83" creationId="{314CF9ED-8E55-3CAA-D08B-5E0341A0B614}"/>
          </ac:spMkLst>
        </pc:spChg>
        <pc:spChg chg="mod">
          <ac:chgData name="최지훈(산업경영공학과)" userId="f10e4a28-cc96-4aa6-a477-606261d4ea34" providerId="ADAL" clId="{E1BDFF36-D31A-4435-9114-39F6A8210863}" dt="2026-05-29T09:47:50.312" v="9775"/>
          <ac:spMkLst>
            <pc:docMk/>
            <pc:sldMk cId="3114671600" sldId="638"/>
            <ac:spMk id="84" creationId="{4F660C2A-1784-94E4-5769-12D0044A63A2}"/>
          </ac:spMkLst>
        </pc:spChg>
        <pc:spChg chg="mod">
          <ac:chgData name="최지훈(산업경영공학과)" userId="f10e4a28-cc96-4aa6-a477-606261d4ea34" providerId="ADAL" clId="{E1BDFF36-D31A-4435-9114-39F6A8210863}" dt="2026-05-29T09:47:50.312" v="9775"/>
          <ac:spMkLst>
            <pc:docMk/>
            <pc:sldMk cId="3114671600" sldId="638"/>
            <ac:spMk id="85" creationId="{E44290EB-F4AF-1F68-8A20-70B24B6B1477}"/>
          </ac:spMkLst>
        </pc:spChg>
        <pc:spChg chg="mod">
          <ac:chgData name="최지훈(산업경영공학과)" userId="f10e4a28-cc96-4aa6-a477-606261d4ea34" providerId="ADAL" clId="{E1BDFF36-D31A-4435-9114-39F6A8210863}" dt="2026-05-29T09:47:50.312" v="9775"/>
          <ac:spMkLst>
            <pc:docMk/>
            <pc:sldMk cId="3114671600" sldId="638"/>
            <ac:spMk id="86" creationId="{38265009-25A5-79FE-842B-9FCD5FEFA335}"/>
          </ac:spMkLst>
        </pc:spChg>
        <pc:spChg chg="add mod">
          <ac:chgData name="최지훈(산업경영공학과)" userId="f10e4a28-cc96-4aa6-a477-606261d4ea34" providerId="ADAL" clId="{E1BDFF36-D31A-4435-9114-39F6A8210863}" dt="2026-05-29T09:48:36.507" v="9856" actId="113"/>
          <ac:spMkLst>
            <pc:docMk/>
            <pc:sldMk cId="3114671600" sldId="638"/>
            <ac:spMk id="87" creationId="{8D9AFEB9-4B75-3A25-A590-E5E3161D9655}"/>
          </ac:spMkLst>
        </pc:spChg>
        <pc:spChg chg="add del mod">
          <ac:chgData name="최지훈(산업경영공학과)" userId="f10e4a28-cc96-4aa6-a477-606261d4ea34" providerId="ADAL" clId="{E1BDFF36-D31A-4435-9114-39F6A8210863}" dt="2026-05-29T09:48:37.930" v="9857" actId="113"/>
          <ac:spMkLst>
            <pc:docMk/>
            <pc:sldMk cId="3114671600" sldId="638"/>
            <ac:spMk id="88" creationId="{DC8642FE-4DA6-CB13-97B0-9E1AE371D26D}"/>
          </ac:spMkLst>
        </pc:spChg>
        <pc:spChg chg="add mod">
          <ac:chgData name="최지훈(산업경영공학과)" userId="f10e4a28-cc96-4aa6-a477-606261d4ea34" providerId="ADAL" clId="{E1BDFF36-D31A-4435-9114-39F6A8210863}" dt="2026-05-29T09:48:39.702" v="9858" actId="113"/>
          <ac:spMkLst>
            <pc:docMk/>
            <pc:sldMk cId="3114671600" sldId="638"/>
            <ac:spMk id="89" creationId="{97619AA5-B07B-05F9-FD77-2E10C8AD9811}"/>
          </ac:spMkLst>
        </pc:spChg>
        <pc:spChg chg="add mod">
          <ac:chgData name="최지훈(산업경영공학과)" userId="f10e4a28-cc96-4aa6-a477-606261d4ea34" providerId="ADAL" clId="{E1BDFF36-D31A-4435-9114-39F6A8210863}" dt="2026-05-29T09:49:30.938" v="9911" actId="113"/>
          <ac:spMkLst>
            <pc:docMk/>
            <pc:sldMk cId="3114671600" sldId="638"/>
            <ac:spMk id="90" creationId="{996A42F9-4EBF-5039-1BE0-863EC0D2CF6E}"/>
          </ac:spMkLst>
        </pc:spChg>
        <pc:spChg chg="add mod">
          <ac:chgData name="최지훈(산업경영공학과)" userId="f10e4a28-cc96-4aa6-a477-606261d4ea34" providerId="ADAL" clId="{E1BDFF36-D31A-4435-9114-39F6A8210863}" dt="2026-05-29T09:49:33.206" v="9912" actId="113"/>
          <ac:spMkLst>
            <pc:docMk/>
            <pc:sldMk cId="3114671600" sldId="638"/>
            <ac:spMk id="91" creationId="{E54730BC-262B-DF1A-BBDA-4C14197D80AE}"/>
          </ac:spMkLst>
        </pc:spChg>
        <pc:spChg chg="add mod">
          <ac:chgData name="최지훈(산업경영공학과)" userId="f10e4a28-cc96-4aa6-a477-606261d4ea34" providerId="ADAL" clId="{E1BDFF36-D31A-4435-9114-39F6A8210863}" dt="2026-05-29T09:49:35.174" v="9913" actId="113"/>
          <ac:spMkLst>
            <pc:docMk/>
            <pc:sldMk cId="3114671600" sldId="638"/>
            <ac:spMk id="92" creationId="{247937D0-4992-7104-F237-DD30E3E68469}"/>
          </ac:spMkLst>
        </pc:spChg>
        <pc:spChg chg="add mod">
          <ac:chgData name="최지훈(산업경영공학과)" userId="f10e4a28-cc96-4aa6-a477-606261d4ea34" providerId="ADAL" clId="{E1BDFF36-D31A-4435-9114-39F6A8210863}" dt="2026-05-29T09:49:37.541" v="9914" actId="113"/>
          <ac:spMkLst>
            <pc:docMk/>
            <pc:sldMk cId="3114671600" sldId="638"/>
            <ac:spMk id="93" creationId="{B5656A2B-D110-92EC-500C-A4C3383DEAF2}"/>
          </ac:spMkLst>
        </pc:spChg>
        <pc:grpChg chg="add mod">
          <ac:chgData name="최지훈(산업경영공학과)" userId="f10e4a28-cc96-4aa6-a477-606261d4ea34" providerId="ADAL" clId="{E1BDFF36-D31A-4435-9114-39F6A8210863}" dt="2026-05-29T09:47:36.845" v="9769" actId="164"/>
          <ac:grpSpMkLst>
            <pc:docMk/>
            <pc:sldMk cId="3114671600" sldId="638"/>
            <ac:grpSpMk id="20" creationId="{A989A57B-E956-8C33-B8C7-86DB6C7BFA9A}"/>
          </ac:grpSpMkLst>
        </pc:grpChg>
        <pc:grpChg chg="add del mod">
          <ac:chgData name="최지훈(산업경영공학과)" userId="f10e4a28-cc96-4aa6-a477-606261d4ea34" providerId="ADAL" clId="{E1BDFF36-D31A-4435-9114-39F6A8210863}" dt="2026-05-29T09:47:39.306" v="9770" actId="478"/>
          <ac:grpSpMkLst>
            <pc:docMk/>
            <pc:sldMk cId="3114671600" sldId="638"/>
            <ac:grpSpMk id="21" creationId="{1EE47048-8E52-B50C-62B7-33863E428505}"/>
          </ac:grpSpMkLst>
        </pc:grpChg>
        <pc:grpChg chg="add del mod">
          <ac:chgData name="최지훈(산업경영공학과)" userId="f10e4a28-cc96-4aa6-a477-606261d4ea34" providerId="ADAL" clId="{E1BDFF36-D31A-4435-9114-39F6A8210863}" dt="2026-05-29T09:47:39.306" v="9770" actId="478"/>
          <ac:grpSpMkLst>
            <pc:docMk/>
            <pc:sldMk cId="3114671600" sldId="638"/>
            <ac:grpSpMk id="28" creationId="{B35AD6F1-6A85-0F79-97B3-9E3AAFBD9998}"/>
          </ac:grpSpMkLst>
        </pc:grpChg>
        <pc:grpChg chg="add del mod">
          <ac:chgData name="최지훈(산업경영공학과)" userId="f10e4a28-cc96-4aa6-a477-606261d4ea34" providerId="ADAL" clId="{E1BDFF36-D31A-4435-9114-39F6A8210863}" dt="2026-05-29T09:47:39.306" v="9770" actId="478"/>
          <ac:grpSpMkLst>
            <pc:docMk/>
            <pc:sldMk cId="3114671600" sldId="638"/>
            <ac:grpSpMk id="35" creationId="{711DD63D-5F10-1B08-5B06-C2819E1F986B}"/>
          </ac:grpSpMkLst>
        </pc:grpChg>
        <pc:grpChg chg="add mod">
          <ac:chgData name="최지훈(산업경영공학과)" userId="f10e4a28-cc96-4aa6-a477-606261d4ea34" providerId="ADAL" clId="{E1BDFF36-D31A-4435-9114-39F6A8210863}" dt="2026-05-29T09:47:36.845" v="9769" actId="164"/>
          <ac:grpSpMkLst>
            <pc:docMk/>
            <pc:sldMk cId="3114671600" sldId="638"/>
            <ac:grpSpMk id="50" creationId="{D77BE9E5-4F03-9BB0-ADC8-2F4FD9562EA7}"/>
          </ac:grpSpMkLst>
        </pc:grpChg>
        <pc:grpChg chg="add mod">
          <ac:chgData name="최지훈(산업경영공학과)" userId="f10e4a28-cc96-4aa6-a477-606261d4ea34" providerId="ADAL" clId="{E1BDFF36-D31A-4435-9114-39F6A8210863}" dt="2026-05-29T09:47:43.156" v="9772" actId="1076"/>
          <ac:grpSpMkLst>
            <pc:docMk/>
            <pc:sldMk cId="3114671600" sldId="638"/>
            <ac:grpSpMk id="51" creationId="{6403FD74-70CE-A19A-29F1-01A3CF809544}"/>
          </ac:grpSpMkLst>
        </pc:grpChg>
        <pc:grpChg chg="mod">
          <ac:chgData name="최지훈(산업경영공학과)" userId="f10e4a28-cc96-4aa6-a477-606261d4ea34" providerId="ADAL" clId="{E1BDFF36-D31A-4435-9114-39F6A8210863}" dt="2026-05-29T09:47:40.026" v="9771"/>
          <ac:grpSpMkLst>
            <pc:docMk/>
            <pc:sldMk cId="3114671600" sldId="638"/>
            <ac:grpSpMk id="52" creationId="{CA5C4927-E3C1-1752-2E0C-4319CA8C370C}"/>
          </ac:grpSpMkLst>
        </pc:grpChg>
        <pc:grpChg chg="add mod">
          <ac:chgData name="최지훈(산업경영공학과)" userId="f10e4a28-cc96-4aa6-a477-606261d4ea34" providerId="ADAL" clId="{E1BDFF36-D31A-4435-9114-39F6A8210863}" dt="2026-05-29T09:47:49.955" v="9774" actId="1076"/>
          <ac:grpSpMkLst>
            <pc:docMk/>
            <pc:sldMk cId="3114671600" sldId="638"/>
            <ac:grpSpMk id="63" creationId="{FCA71AA5-1C1A-DB13-4C4E-47980778BB9A}"/>
          </ac:grpSpMkLst>
        </pc:grpChg>
        <pc:grpChg chg="mod">
          <ac:chgData name="최지훈(산업경영공학과)" userId="f10e4a28-cc96-4aa6-a477-606261d4ea34" providerId="ADAL" clId="{E1BDFF36-D31A-4435-9114-39F6A8210863}" dt="2026-05-29T09:47:43.461" v="9773"/>
          <ac:grpSpMkLst>
            <pc:docMk/>
            <pc:sldMk cId="3114671600" sldId="638"/>
            <ac:grpSpMk id="64" creationId="{3521412C-EF67-67B6-6B07-5F3D6530D3AD}"/>
          </ac:grpSpMkLst>
        </pc:grpChg>
        <pc:grpChg chg="add mod">
          <ac:chgData name="최지훈(산업경영공학과)" userId="f10e4a28-cc96-4aa6-a477-606261d4ea34" providerId="ADAL" clId="{E1BDFF36-D31A-4435-9114-39F6A8210863}" dt="2026-05-29T09:47:55.618" v="9776" actId="1076"/>
          <ac:grpSpMkLst>
            <pc:docMk/>
            <pc:sldMk cId="3114671600" sldId="638"/>
            <ac:grpSpMk id="75" creationId="{BC6B878E-A29E-AEAD-AF34-BEE5A9F6588C}"/>
          </ac:grpSpMkLst>
        </pc:grpChg>
        <pc:grpChg chg="mod">
          <ac:chgData name="최지훈(산업경영공학과)" userId="f10e4a28-cc96-4aa6-a477-606261d4ea34" providerId="ADAL" clId="{E1BDFF36-D31A-4435-9114-39F6A8210863}" dt="2026-05-29T09:47:50.312" v="9775"/>
          <ac:grpSpMkLst>
            <pc:docMk/>
            <pc:sldMk cId="3114671600" sldId="638"/>
            <ac:grpSpMk id="76" creationId="{385606D3-9769-F1F0-3FB9-F200568F4741}"/>
          </ac:grpSpMkLst>
        </pc:grpChg>
        <pc:graphicFrameChg chg="add del modGraphic">
          <ac:chgData name="최지훈(산업경영공학과)" userId="f10e4a28-cc96-4aa6-a477-606261d4ea34" providerId="ADAL" clId="{E1BDFF36-D31A-4435-9114-39F6A8210863}" dt="2026-05-29T09:44:25.054" v="9716" actId="3680"/>
          <ac:graphicFrameMkLst>
            <pc:docMk/>
            <pc:sldMk cId="3114671600" sldId="638"/>
            <ac:graphicFrameMk id="3" creationId="{6F17174F-9BFF-26D3-2CB7-32D0EB8CDB1A}"/>
          </ac:graphicFrameMkLst>
        </pc:graphicFrameChg>
        <pc:graphicFrameChg chg="add del mod modGraphic">
          <ac:chgData name="최지훈(산업경영공학과)" userId="f10e4a28-cc96-4aa6-a477-606261d4ea34" providerId="ADAL" clId="{E1BDFF36-D31A-4435-9114-39F6A8210863}" dt="2026-05-29T09:44:56.039" v="9726" actId="478"/>
          <ac:graphicFrameMkLst>
            <pc:docMk/>
            <pc:sldMk cId="3114671600" sldId="638"/>
            <ac:graphicFrameMk id="5" creationId="{3BE583AD-08B2-8059-8835-863D5E6D90BE}"/>
          </ac:graphicFrameMkLst>
        </pc:graphicFrameChg>
        <pc:picChg chg="del">
          <ac:chgData name="최지훈(산업경영공학과)" userId="f10e4a28-cc96-4aa6-a477-606261d4ea34" providerId="ADAL" clId="{E1BDFF36-D31A-4435-9114-39F6A8210863}" dt="2026-05-29T09:44:09.386" v="9712" actId="478"/>
          <ac:picMkLst>
            <pc:docMk/>
            <pc:sldMk cId="3114671600" sldId="638"/>
            <ac:picMk id="6" creationId="{AF8CDE6B-DAFD-E009-CB60-54E0FA7316C3}"/>
          </ac:picMkLst>
        </pc:picChg>
        <pc:cxnChg chg="add mod">
          <ac:chgData name="최지훈(산업경영공학과)" userId="f10e4a28-cc96-4aa6-a477-606261d4ea34" providerId="ADAL" clId="{E1BDFF36-D31A-4435-9114-39F6A8210863}" dt="2026-05-29T09:47:36.845" v="9769" actId="164"/>
          <ac:cxnSpMkLst>
            <pc:docMk/>
            <pc:sldMk cId="3114671600" sldId="638"/>
            <ac:cxnSpMk id="43" creationId="{A0BC7C99-973E-D6C2-1D2C-CB8296EA054A}"/>
          </ac:cxnSpMkLst>
        </pc:cxnChg>
        <pc:cxnChg chg="add mod">
          <ac:chgData name="최지훈(산업경영공학과)" userId="f10e4a28-cc96-4aa6-a477-606261d4ea34" providerId="ADAL" clId="{E1BDFF36-D31A-4435-9114-39F6A8210863}" dt="2026-05-29T09:47:36.845" v="9769" actId="164"/>
          <ac:cxnSpMkLst>
            <pc:docMk/>
            <pc:sldMk cId="3114671600" sldId="638"/>
            <ac:cxnSpMk id="48" creationId="{B2CFD028-BF00-D05A-6E23-90217E916077}"/>
          </ac:cxnSpMkLst>
        </pc:cxnChg>
        <pc:cxnChg chg="add del">
          <ac:chgData name="최지훈(산업경영공학과)" userId="f10e4a28-cc96-4aa6-a477-606261d4ea34" providerId="ADAL" clId="{E1BDFF36-D31A-4435-9114-39F6A8210863}" dt="2026-05-29T09:50:01.076" v="9916" actId="478"/>
          <ac:cxnSpMkLst>
            <pc:docMk/>
            <pc:sldMk cId="3114671600" sldId="638"/>
            <ac:cxnSpMk id="95" creationId="{1B9F4F35-067A-7A33-EF48-C0AD28417626}"/>
          </ac:cxnSpMkLst>
        </pc:cxnChg>
      </pc:sldChg>
      <pc:sldChg chg="addSp modSp add mod">
        <pc:chgData name="최지훈(산업경영공학과)" userId="f10e4a28-cc96-4aa6-a477-606261d4ea34" providerId="ADAL" clId="{E1BDFF36-D31A-4435-9114-39F6A8210863}" dt="2026-05-29T09:51:12.062" v="9961" actId="1076"/>
        <pc:sldMkLst>
          <pc:docMk/>
          <pc:sldMk cId="3666908799" sldId="639"/>
        </pc:sldMkLst>
        <pc:spChg chg="mod">
          <ac:chgData name="최지훈(산업경영공학과)" userId="f10e4a28-cc96-4aa6-a477-606261d4ea34" providerId="ADAL" clId="{E1BDFF36-D31A-4435-9114-39F6A8210863}" dt="2026-05-29T09:50:12.538" v="9938" actId="20577"/>
          <ac:spMkLst>
            <pc:docMk/>
            <pc:sldMk cId="3666908799" sldId="639"/>
            <ac:spMk id="8" creationId="{ACB84C9F-6040-53EE-01A0-755C9B8005E5}"/>
          </ac:spMkLst>
        </pc:spChg>
        <pc:spChg chg="add mod">
          <ac:chgData name="최지훈(산업경영공학과)" userId="f10e4a28-cc96-4aa6-a477-606261d4ea34" providerId="ADAL" clId="{E1BDFF36-D31A-4435-9114-39F6A8210863}" dt="2026-05-29T09:51:01.452" v="9952" actId="1582"/>
          <ac:spMkLst>
            <pc:docMk/>
            <pc:sldMk cId="3666908799" sldId="639"/>
            <ac:spMk id="17" creationId="{02C61266-2C3F-A89E-CA01-1AC5E03438D7}"/>
          </ac:spMkLst>
        </pc:spChg>
        <pc:spChg chg="add mod">
          <ac:chgData name="최지훈(산업경영공학과)" userId="f10e4a28-cc96-4aa6-a477-606261d4ea34" providerId="ADAL" clId="{E1BDFF36-D31A-4435-9114-39F6A8210863}" dt="2026-05-29T09:51:12.062" v="9961" actId="1076"/>
          <ac:spMkLst>
            <pc:docMk/>
            <pc:sldMk cId="3666908799" sldId="639"/>
            <ac:spMk id="18" creationId="{C2007892-FAE1-E9B6-E0E1-A6B1325828DF}"/>
          </ac:spMkLst>
        </pc:spChg>
        <pc:cxnChg chg="add mod">
          <ac:chgData name="최지훈(산업경영공학과)" userId="f10e4a28-cc96-4aa6-a477-606261d4ea34" providerId="ADAL" clId="{E1BDFF36-D31A-4435-9114-39F6A8210863}" dt="2026-05-29T09:50:30.057" v="9941" actId="1582"/>
          <ac:cxnSpMkLst>
            <pc:docMk/>
            <pc:sldMk cId="3666908799" sldId="639"/>
            <ac:cxnSpMk id="5" creationId="{A615F3A8-9835-FEBD-4291-BAF122E35B43}"/>
          </ac:cxnSpMkLst>
        </pc:cxnChg>
        <pc:cxnChg chg="add mod">
          <ac:chgData name="최지훈(산업경영공학과)" userId="f10e4a28-cc96-4aa6-a477-606261d4ea34" providerId="ADAL" clId="{E1BDFF36-D31A-4435-9114-39F6A8210863}" dt="2026-05-29T09:50:34.596" v="9944" actId="14100"/>
          <ac:cxnSpMkLst>
            <pc:docMk/>
            <pc:sldMk cId="3666908799" sldId="639"/>
            <ac:cxnSpMk id="6" creationId="{04EBE969-B148-21A1-0243-5ADCE580DA88}"/>
          </ac:cxnSpMkLst>
        </pc:cxnChg>
        <pc:cxnChg chg="add mod">
          <ac:chgData name="최지훈(산업경영공학과)" userId="f10e4a28-cc96-4aa6-a477-606261d4ea34" providerId="ADAL" clId="{E1BDFF36-D31A-4435-9114-39F6A8210863}" dt="2026-05-29T09:50:38.304" v="9947" actId="14100"/>
          <ac:cxnSpMkLst>
            <pc:docMk/>
            <pc:sldMk cId="3666908799" sldId="639"/>
            <ac:cxnSpMk id="15" creationId="{82E10E79-E470-AD2C-63BA-34E10A72A373}"/>
          </ac:cxnSpMkLst>
        </pc:cxnChg>
      </pc:sldChg>
      <pc:sldChg chg="modSp add mod ord">
        <pc:chgData name="최지훈(산업경영공학과)" userId="f10e4a28-cc96-4aa6-a477-606261d4ea34" providerId="ADAL" clId="{E1BDFF36-D31A-4435-9114-39F6A8210863}" dt="2026-05-29T10:54:01.147" v="13279" actId="20578"/>
        <pc:sldMkLst>
          <pc:docMk/>
          <pc:sldMk cId="2564248583" sldId="640"/>
        </pc:sldMkLst>
        <pc:spChg chg="mod">
          <ac:chgData name="최지훈(산업경영공학과)" userId="f10e4a28-cc96-4aa6-a477-606261d4ea34" providerId="ADAL" clId="{E1BDFF36-D31A-4435-9114-39F6A8210863}" dt="2026-05-29T09:52:11.443" v="10063" actId="207"/>
          <ac:spMkLst>
            <pc:docMk/>
            <pc:sldMk cId="2564248583" sldId="640"/>
            <ac:spMk id="54" creationId="{F070E0FC-B509-F20B-0820-757B57C95ECC}"/>
          </ac:spMkLst>
        </pc:spChg>
        <pc:spChg chg="mod">
          <ac:chgData name="최지훈(산업경영공학과)" userId="f10e4a28-cc96-4aa6-a477-606261d4ea34" providerId="ADAL" clId="{E1BDFF36-D31A-4435-9114-39F6A8210863}" dt="2026-05-29T09:52:11.443" v="10063" actId="207"/>
          <ac:spMkLst>
            <pc:docMk/>
            <pc:sldMk cId="2564248583" sldId="640"/>
            <ac:spMk id="56" creationId="{1CB44496-B8F0-5CD8-4ECE-7833B53E929C}"/>
          </ac:spMkLst>
        </pc:spChg>
        <pc:spChg chg="mod">
          <ac:chgData name="최지훈(산업경영공학과)" userId="f10e4a28-cc96-4aa6-a477-606261d4ea34" providerId="ADAL" clId="{E1BDFF36-D31A-4435-9114-39F6A8210863}" dt="2026-05-29T09:52:11.443" v="10063" actId="207"/>
          <ac:spMkLst>
            <pc:docMk/>
            <pc:sldMk cId="2564248583" sldId="640"/>
            <ac:spMk id="57" creationId="{18F73797-9710-9394-FFE2-069FC23C1420}"/>
          </ac:spMkLst>
        </pc:spChg>
        <pc:spChg chg="mod">
          <ac:chgData name="최지훈(산업경영공학과)" userId="f10e4a28-cc96-4aa6-a477-606261d4ea34" providerId="ADAL" clId="{E1BDFF36-D31A-4435-9114-39F6A8210863}" dt="2026-05-29T09:52:11.443" v="10063" actId="207"/>
          <ac:spMkLst>
            <pc:docMk/>
            <pc:sldMk cId="2564248583" sldId="640"/>
            <ac:spMk id="58" creationId="{50F09D5B-2F84-997D-976E-D1BFB73CCB98}"/>
          </ac:spMkLst>
        </pc:spChg>
        <pc:spChg chg="mod">
          <ac:chgData name="최지훈(산업경영공학과)" userId="f10e4a28-cc96-4aa6-a477-606261d4ea34" providerId="ADAL" clId="{E1BDFF36-D31A-4435-9114-39F6A8210863}" dt="2026-05-29T09:52:11.443" v="10063" actId="207"/>
          <ac:spMkLst>
            <pc:docMk/>
            <pc:sldMk cId="2564248583" sldId="640"/>
            <ac:spMk id="59" creationId="{3A5ECE90-3930-26F4-B5ED-2E9A393ED7D6}"/>
          </ac:spMkLst>
        </pc:spChg>
        <pc:spChg chg="mod">
          <ac:chgData name="최지훈(산업경영공학과)" userId="f10e4a28-cc96-4aa6-a477-606261d4ea34" providerId="ADAL" clId="{E1BDFF36-D31A-4435-9114-39F6A8210863}" dt="2026-05-29T09:52:11.443" v="10063" actId="207"/>
          <ac:spMkLst>
            <pc:docMk/>
            <pc:sldMk cId="2564248583" sldId="640"/>
            <ac:spMk id="60" creationId="{466645CB-57AF-778B-A27C-F7B1B452904E}"/>
          </ac:spMkLst>
        </pc:spChg>
        <pc:spChg chg="mod">
          <ac:chgData name="최지훈(산업경영공학과)" userId="f10e4a28-cc96-4aa6-a477-606261d4ea34" providerId="ADAL" clId="{E1BDFF36-D31A-4435-9114-39F6A8210863}" dt="2026-05-29T09:52:11.443" v="10063" actId="207"/>
          <ac:spMkLst>
            <pc:docMk/>
            <pc:sldMk cId="2564248583" sldId="640"/>
            <ac:spMk id="61" creationId="{0BFE6C00-AA8E-CBAC-1ADF-4C14CD11E56A}"/>
          </ac:spMkLst>
        </pc:spChg>
        <pc:spChg chg="mod">
          <ac:chgData name="최지훈(산업경영공학과)" userId="f10e4a28-cc96-4aa6-a477-606261d4ea34" providerId="ADAL" clId="{E1BDFF36-D31A-4435-9114-39F6A8210863}" dt="2026-05-29T09:52:11.443" v="10063" actId="207"/>
          <ac:spMkLst>
            <pc:docMk/>
            <pc:sldMk cId="2564248583" sldId="640"/>
            <ac:spMk id="62" creationId="{2CD83B98-900C-1379-6A57-99C2385E9C2B}"/>
          </ac:spMkLst>
        </pc:spChg>
        <pc:spChg chg="mod">
          <ac:chgData name="최지훈(산업경영공학과)" userId="f10e4a28-cc96-4aa6-a477-606261d4ea34" providerId="ADAL" clId="{E1BDFF36-D31A-4435-9114-39F6A8210863}" dt="2026-05-29T09:51:38.684" v="9980" actId="1076"/>
          <ac:spMkLst>
            <pc:docMk/>
            <pc:sldMk cId="2564248583" sldId="640"/>
            <ac:spMk id="90" creationId="{EE70F9AD-22C7-6D7C-20A4-7B15DA971F20}"/>
          </ac:spMkLst>
        </pc:spChg>
        <pc:spChg chg="mod">
          <ac:chgData name="최지훈(산업경영공학과)" userId="f10e4a28-cc96-4aa6-a477-606261d4ea34" providerId="ADAL" clId="{E1BDFF36-D31A-4435-9114-39F6A8210863}" dt="2026-05-29T09:51:42.378" v="9988" actId="1076"/>
          <ac:spMkLst>
            <pc:docMk/>
            <pc:sldMk cId="2564248583" sldId="640"/>
            <ac:spMk id="91" creationId="{B2775039-398D-45B6-2E4A-5CA87C63578D}"/>
          </ac:spMkLst>
        </pc:spChg>
        <pc:spChg chg="mod">
          <ac:chgData name="최지훈(산업경영공학과)" userId="f10e4a28-cc96-4aa6-a477-606261d4ea34" providerId="ADAL" clId="{E1BDFF36-D31A-4435-9114-39F6A8210863}" dt="2026-05-29T09:51:54.997" v="10031" actId="1076"/>
          <ac:spMkLst>
            <pc:docMk/>
            <pc:sldMk cId="2564248583" sldId="640"/>
            <ac:spMk id="92" creationId="{034B9750-0F0B-E98F-0E00-9F99CBD538D5}"/>
          </ac:spMkLst>
        </pc:spChg>
        <pc:spChg chg="mod">
          <ac:chgData name="최지훈(산업경영공학과)" userId="f10e4a28-cc96-4aa6-a477-606261d4ea34" providerId="ADAL" clId="{E1BDFF36-D31A-4435-9114-39F6A8210863}" dt="2026-05-29T09:52:02.843" v="10062" actId="1076"/>
          <ac:spMkLst>
            <pc:docMk/>
            <pc:sldMk cId="2564248583" sldId="640"/>
            <ac:spMk id="93" creationId="{71CFA6F1-105B-01C9-B10A-2F3EEDD09403}"/>
          </ac:spMkLst>
        </pc:spChg>
        <pc:grpChg chg="mod">
          <ac:chgData name="최지훈(산업경영공학과)" userId="f10e4a28-cc96-4aa6-a477-606261d4ea34" providerId="ADAL" clId="{E1BDFF36-D31A-4435-9114-39F6A8210863}" dt="2026-05-29T09:52:11.443" v="10063" actId="207"/>
          <ac:grpSpMkLst>
            <pc:docMk/>
            <pc:sldMk cId="2564248583" sldId="640"/>
            <ac:grpSpMk id="51" creationId="{C6D31607-4ABD-0826-12A2-D0B47DC3D32A}"/>
          </ac:grpSpMkLst>
        </pc:grpChg>
        <pc:grpChg chg="mod">
          <ac:chgData name="최지훈(산업경영공학과)" userId="f10e4a28-cc96-4aa6-a477-606261d4ea34" providerId="ADAL" clId="{E1BDFF36-D31A-4435-9114-39F6A8210863}" dt="2026-05-29T09:52:11.443" v="10063" actId="207"/>
          <ac:grpSpMkLst>
            <pc:docMk/>
            <pc:sldMk cId="2564248583" sldId="640"/>
            <ac:grpSpMk id="52" creationId="{C19C1638-BB44-847A-2B51-F7AB56C7B0C0}"/>
          </ac:grpSpMkLst>
        </pc:grpChg>
      </pc:sldChg>
      <pc:sldChg chg="addSp delSp modSp add mod ord">
        <pc:chgData name="최지훈(산업경영공학과)" userId="f10e4a28-cc96-4aa6-a477-606261d4ea34" providerId="ADAL" clId="{E1BDFF36-D31A-4435-9114-39F6A8210863}" dt="2026-05-29T09:53:57.543" v="10166" actId="20577"/>
        <pc:sldMkLst>
          <pc:docMk/>
          <pc:sldMk cId="2659629794" sldId="641"/>
        </pc:sldMkLst>
        <pc:spChg chg="add mod">
          <ac:chgData name="최지훈(산업경영공학과)" userId="f10e4a28-cc96-4aa6-a477-606261d4ea34" providerId="ADAL" clId="{E1BDFF36-D31A-4435-9114-39F6A8210863}" dt="2026-05-29T09:53:30.699" v="10153" actId="1076"/>
          <ac:spMkLst>
            <pc:docMk/>
            <pc:sldMk cId="2659629794" sldId="641"/>
            <ac:spMk id="3" creationId="{5C8DE053-A8C1-0405-EF2B-C452758FE65A}"/>
          </ac:spMkLst>
        </pc:spChg>
        <pc:spChg chg="mod">
          <ac:chgData name="최지훈(산업경영공학과)" userId="f10e4a28-cc96-4aa6-a477-606261d4ea34" providerId="ADAL" clId="{E1BDFF36-D31A-4435-9114-39F6A8210863}" dt="2026-05-29T09:52:56.654" v="10133" actId="20577"/>
          <ac:spMkLst>
            <pc:docMk/>
            <pc:sldMk cId="2659629794" sldId="641"/>
            <ac:spMk id="8" creationId="{70E27E5D-2200-2C2F-60AB-1903AAA438AC}"/>
          </ac:spMkLst>
        </pc:spChg>
        <pc:spChg chg="add mod">
          <ac:chgData name="최지훈(산업경영공학과)" userId="f10e4a28-cc96-4aa6-a477-606261d4ea34" providerId="ADAL" clId="{E1BDFF36-D31A-4435-9114-39F6A8210863}" dt="2026-05-29T09:53:37.135" v="10158" actId="20577"/>
          <ac:spMkLst>
            <pc:docMk/>
            <pc:sldMk cId="2659629794" sldId="641"/>
            <ac:spMk id="14" creationId="{DADEA5C9-C58A-58B5-B820-AF457B4ACE4C}"/>
          </ac:spMkLst>
        </pc:spChg>
        <pc:spChg chg="add mod">
          <ac:chgData name="최지훈(산업경영공학과)" userId="f10e4a28-cc96-4aa6-a477-606261d4ea34" providerId="ADAL" clId="{E1BDFF36-D31A-4435-9114-39F6A8210863}" dt="2026-05-29T09:53:44.970" v="10162" actId="20577"/>
          <ac:spMkLst>
            <pc:docMk/>
            <pc:sldMk cId="2659629794" sldId="641"/>
            <ac:spMk id="16" creationId="{6994169B-E93C-F9AD-D100-107D8F5A1465}"/>
          </ac:spMkLst>
        </pc:spChg>
        <pc:spChg chg="del">
          <ac:chgData name="최지훈(산업경영공학과)" userId="f10e4a28-cc96-4aa6-a477-606261d4ea34" providerId="ADAL" clId="{E1BDFF36-D31A-4435-9114-39F6A8210863}" dt="2026-05-29T09:53:03.882" v="10135" actId="478"/>
          <ac:spMkLst>
            <pc:docMk/>
            <pc:sldMk cId="2659629794" sldId="641"/>
            <ac:spMk id="17" creationId="{FCC876FC-5E73-5A7D-507E-B468E8F9601A}"/>
          </ac:spMkLst>
        </pc:spChg>
        <pc:spChg chg="del">
          <ac:chgData name="최지훈(산업경영공학과)" userId="f10e4a28-cc96-4aa6-a477-606261d4ea34" providerId="ADAL" clId="{E1BDFF36-D31A-4435-9114-39F6A8210863}" dt="2026-05-29T09:53:03.376" v="10134" actId="478"/>
          <ac:spMkLst>
            <pc:docMk/>
            <pc:sldMk cId="2659629794" sldId="641"/>
            <ac:spMk id="18" creationId="{3A835783-F566-EBF3-4380-5426E257E512}"/>
          </ac:spMkLst>
        </pc:spChg>
        <pc:spChg chg="add mod">
          <ac:chgData name="최지훈(산업경영공학과)" userId="f10e4a28-cc96-4aa6-a477-606261d4ea34" providerId="ADAL" clId="{E1BDFF36-D31A-4435-9114-39F6A8210863}" dt="2026-05-29T09:53:57.543" v="10166" actId="20577"/>
          <ac:spMkLst>
            <pc:docMk/>
            <pc:sldMk cId="2659629794" sldId="641"/>
            <ac:spMk id="19" creationId="{AFAE7A61-2D96-D213-0EA7-A8B8D541814D}"/>
          </ac:spMkLst>
        </pc:spChg>
        <pc:spChg chg="mod">
          <ac:chgData name="최지훈(산업경영공학과)" userId="f10e4a28-cc96-4aa6-a477-606261d4ea34" providerId="ADAL" clId="{E1BDFF36-D31A-4435-9114-39F6A8210863}" dt="2026-05-29T09:53:08.677" v="10138" actId="1076"/>
          <ac:spMkLst>
            <pc:docMk/>
            <pc:sldMk cId="2659629794" sldId="641"/>
            <ac:spMk id="90" creationId="{2E7585CD-9FCE-F9E8-EC17-101FDC676E47}"/>
          </ac:spMkLst>
        </pc:spChg>
        <pc:spChg chg="mod">
          <ac:chgData name="최지훈(산업경영공학과)" userId="f10e4a28-cc96-4aa6-a477-606261d4ea34" providerId="ADAL" clId="{E1BDFF36-D31A-4435-9114-39F6A8210863}" dt="2026-05-29T09:53:11.402" v="10141" actId="1076"/>
          <ac:spMkLst>
            <pc:docMk/>
            <pc:sldMk cId="2659629794" sldId="641"/>
            <ac:spMk id="91" creationId="{8FF591FE-BA56-4BAB-3993-E02D4BB6AC45}"/>
          </ac:spMkLst>
        </pc:spChg>
        <pc:spChg chg="mod">
          <ac:chgData name="최지훈(산업경영공학과)" userId="f10e4a28-cc96-4aa6-a477-606261d4ea34" providerId="ADAL" clId="{E1BDFF36-D31A-4435-9114-39F6A8210863}" dt="2026-05-29T09:53:13.939" v="10144" actId="1076"/>
          <ac:spMkLst>
            <pc:docMk/>
            <pc:sldMk cId="2659629794" sldId="641"/>
            <ac:spMk id="92" creationId="{E4C64215-9C22-92DD-EC22-1E7BAE4323D8}"/>
          </ac:spMkLst>
        </pc:spChg>
        <pc:spChg chg="mod">
          <ac:chgData name="최지훈(산업경영공학과)" userId="f10e4a28-cc96-4aa6-a477-606261d4ea34" providerId="ADAL" clId="{E1BDFF36-D31A-4435-9114-39F6A8210863}" dt="2026-05-29T09:53:18.134" v="10147" actId="1076"/>
          <ac:spMkLst>
            <pc:docMk/>
            <pc:sldMk cId="2659629794" sldId="641"/>
            <ac:spMk id="93" creationId="{1FF9A993-52C4-CDE4-222E-C4AD1A692D3B}"/>
          </ac:spMkLst>
        </pc:spChg>
      </pc:sldChg>
      <pc:sldChg chg="addSp delSp modSp add mod">
        <pc:chgData name="최지훈(산업경영공학과)" userId="f10e4a28-cc96-4aa6-a477-606261d4ea34" providerId="ADAL" clId="{E1BDFF36-D31A-4435-9114-39F6A8210863}" dt="2026-05-29T09:56:51.921" v="10270" actId="1037"/>
        <pc:sldMkLst>
          <pc:docMk/>
          <pc:sldMk cId="3513269846" sldId="642"/>
        </pc:sldMkLst>
        <pc:spChg chg="add del mod">
          <ac:chgData name="최지훈(산업경영공학과)" userId="f10e4a28-cc96-4aa6-a477-606261d4ea34" providerId="ADAL" clId="{E1BDFF36-D31A-4435-9114-39F6A8210863}" dt="2026-05-29T09:56:51.921" v="10270" actId="1037"/>
          <ac:spMkLst>
            <pc:docMk/>
            <pc:sldMk cId="3513269846" sldId="642"/>
            <ac:spMk id="3" creationId="{C84F6572-AC45-AFA7-7F39-22141B4B68F3}"/>
          </ac:spMkLst>
        </pc:spChg>
        <pc:spChg chg="add del mod">
          <ac:chgData name="최지훈(산업경영공학과)" userId="f10e4a28-cc96-4aa6-a477-606261d4ea34" providerId="ADAL" clId="{E1BDFF36-D31A-4435-9114-39F6A8210863}" dt="2026-05-29T09:56:51.921" v="10270" actId="1037"/>
          <ac:spMkLst>
            <pc:docMk/>
            <pc:sldMk cId="3513269846" sldId="642"/>
            <ac:spMk id="14" creationId="{0848366A-10E1-425E-EE98-C8CDBD5FC5D5}"/>
          </ac:spMkLst>
        </pc:spChg>
        <pc:spChg chg="add del mod">
          <ac:chgData name="최지훈(산업경영공학과)" userId="f10e4a28-cc96-4aa6-a477-606261d4ea34" providerId="ADAL" clId="{E1BDFF36-D31A-4435-9114-39F6A8210863}" dt="2026-05-29T09:56:47.004" v="10237" actId="1037"/>
          <ac:spMkLst>
            <pc:docMk/>
            <pc:sldMk cId="3513269846" sldId="642"/>
            <ac:spMk id="16" creationId="{04BE34D2-6B88-6692-A893-85E1D8644DC5}"/>
          </ac:spMkLst>
        </pc:spChg>
        <pc:spChg chg="add del mod">
          <ac:chgData name="최지훈(산업경영공학과)" userId="f10e4a28-cc96-4aa6-a477-606261d4ea34" providerId="ADAL" clId="{E1BDFF36-D31A-4435-9114-39F6A8210863}" dt="2026-05-29T09:56:51.921" v="10270" actId="1037"/>
          <ac:spMkLst>
            <pc:docMk/>
            <pc:sldMk cId="3513269846" sldId="642"/>
            <ac:spMk id="19" creationId="{9A0D180F-FE0D-1EE1-8AF2-69032B4839F5}"/>
          </ac:spMkLst>
        </pc:spChg>
        <pc:spChg chg="mod">
          <ac:chgData name="최지훈(산업경영공학과)" userId="f10e4a28-cc96-4aa6-a477-606261d4ea34" providerId="ADAL" clId="{E1BDFF36-D31A-4435-9114-39F6A8210863}" dt="2026-05-29T09:55:20.936" v="10177"/>
          <ac:spMkLst>
            <pc:docMk/>
            <pc:sldMk cId="3513269846" sldId="642"/>
            <ac:spMk id="25" creationId="{E2DC0B39-E252-2D28-13BA-511A984559B8}"/>
          </ac:spMkLst>
        </pc:spChg>
        <pc:spChg chg="mod">
          <ac:chgData name="최지훈(산업경영공학과)" userId="f10e4a28-cc96-4aa6-a477-606261d4ea34" providerId="ADAL" clId="{E1BDFF36-D31A-4435-9114-39F6A8210863}" dt="2026-05-29T09:55:20.936" v="10177"/>
          <ac:spMkLst>
            <pc:docMk/>
            <pc:sldMk cId="3513269846" sldId="642"/>
            <ac:spMk id="27" creationId="{28068581-D433-67C4-1C43-41CCA92A9693}"/>
          </ac:spMkLst>
        </pc:spChg>
        <pc:spChg chg="mod">
          <ac:chgData name="최지훈(산업경영공학과)" userId="f10e4a28-cc96-4aa6-a477-606261d4ea34" providerId="ADAL" clId="{E1BDFF36-D31A-4435-9114-39F6A8210863}" dt="2026-05-29T09:55:20.936" v="10177"/>
          <ac:spMkLst>
            <pc:docMk/>
            <pc:sldMk cId="3513269846" sldId="642"/>
            <ac:spMk id="28" creationId="{B5D13C20-8376-7D4F-D81B-2A8DC6793A1E}"/>
          </ac:spMkLst>
        </pc:spChg>
        <pc:spChg chg="mod">
          <ac:chgData name="최지훈(산업경영공학과)" userId="f10e4a28-cc96-4aa6-a477-606261d4ea34" providerId="ADAL" clId="{E1BDFF36-D31A-4435-9114-39F6A8210863}" dt="2026-05-29T09:55:20.936" v="10177"/>
          <ac:spMkLst>
            <pc:docMk/>
            <pc:sldMk cId="3513269846" sldId="642"/>
            <ac:spMk id="29" creationId="{5F0530DD-9DFF-A20D-3D45-A2E974263D60}"/>
          </ac:spMkLst>
        </pc:spChg>
        <pc:spChg chg="mod">
          <ac:chgData name="최지훈(산업경영공학과)" userId="f10e4a28-cc96-4aa6-a477-606261d4ea34" providerId="ADAL" clId="{E1BDFF36-D31A-4435-9114-39F6A8210863}" dt="2026-05-29T09:55:20.936" v="10177"/>
          <ac:spMkLst>
            <pc:docMk/>
            <pc:sldMk cId="3513269846" sldId="642"/>
            <ac:spMk id="30" creationId="{BF8C963D-0AB8-9749-A0AA-E08C4E70D572}"/>
          </ac:spMkLst>
        </pc:spChg>
        <pc:spChg chg="mod">
          <ac:chgData name="최지훈(산업경영공학과)" userId="f10e4a28-cc96-4aa6-a477-606261d4ea34" providerId="ADAL" clId="{E1BDFF36-D31A-4435-9114-39F6A8210863}" dt="2026-05-29T09:55:20.936" v="10177"/>
          <ac:spMkLst>
            <pc:docMk/>
            <pc:sldMk cId="3513269846" sldId="642"/>
            <ac:spMk id="31" creationId="{E137DCDB-B127-1150-1A36-F7F126811105}"/>
          </ac:spMkLst>
        </pc:spChg>
        <pc:spChg chg="mod">
          <ac:chgData name="최지훈(산업경영공학과)" userId="f10e4a28-cc96-4aa6-a477-606261d4ea34" providerId="ADAL" clId="{E1BDFF36-D31A-4435-9114-39F6A8210863}" dt="2026-05-29T09:55:20.936" v="10177"/>
          <ac:spMkLst>
            <pc:docMk/>
            <pc:sldMk cId="3513269846" sldId="642"/>
            <ac:spMk id="32" creationId="{BB935BE7-9F4C-A874-BAC3-A8FBA67858F4}"/>
          </ac:spMkLst>
        </pc:spChg>
        <pc:spChg chg="mod">
          <ac:chgData name="최지훈(산업경영공학과)" userId="f10e4a28-cc96-4aa6-a477-606261d4ea34" providerId="ADAL" clId="{E1BDFF36-D31A-4435-9114-39F6A8210863}" dt="2026-05-29T09:55:20.936" v="10177"/>
          <ac:spMkLst>
            <pc:docMk/>
            <pc:sldMk cId="3513269846" sldId="642"/>
            <ac:spMk id="33" creationId="{713DE8DA-F97F-7E0C-D0A3-DB7A0981926D}"/>
          </ac:spMkLst>
        </pc:spChg>
        <pc:spChg chg="add mod">
          <ac:chgData name="최지훈(산업경영공학과)" userId="f10e4a28-cc96-4aa6-a477-606261d4ea34" providerId="ADAL" clId="{E1BDFF36-D31A-4435-9114-39F6A8210863}" dt="2026-05-29T09:56:43.622" v="10215" actId="1076"/>
          <ac:spMkLst>
            <pc:docMk/>
            <pc:sldMk cId="3513269846" sldId="642"/>
            <ac:spMk id="34" creationId="{3D33F343-9E76-C33D-DC65-4063DDB768F9}"/>
          </ac:spMkLst>
        </pc:spChg>
        <pc:spChg chg="add mod">
          <ac:chgData name="최지훈(산업경영공학과)" userId="f10e4a28-cc96-4aa6-a477-606261d4ea34" providerId="ADAL" clId="{E1BDFF36-D31A-4435-9114-39F6A8210863}" dt="2026-05-29T09:56:51.921" v="10270" actId="1037"/>
          <ac:spMkLst>
            <pc:docMk/>
            <pc:sldMk cId="3513269846" sldId="642"/>
            <ac:spMk id="35" creationId="{AEC96FAB-FA46-2458-470E-C370DE8988AA}"/>
          </ac:spMkLst>
        </pc:spChg>
        <pc:spChg chg="add del mod">
          <ac:chgData name="최지훈(산업경영공학과)" userId="f10e4a28-cc96-4aa6-a477-606261d4ea34" providerId="ADAL" clId="{E1BDFF36-D31A-4435-9114-39F6A8210863}" dt="2026-05-29T09:56:51.921" v="10270" actId="1037"/>
          <ac:spMkLst>
            <pc:docMk/>
            <pc:sldMk cId="3513269846" sldId="642"/>
            <ac:spMk id="87" creationId="{2803EE71-B254-AE8E-6BD3-CFBE2E239926}"/>
          </ac:spMkLst>
        </pc:spChg>
        <pc:spChg chg="mod">
          <ac:chgData name="최지훈(산업경영공학과)" userId="f10e4a28-cc96-4aa6-a477-606261d4ea34" providerId="ADAL" clId="{E1BDFF36-D31A-4435-9114-39F6A8210863}" dt="2026-05-29T09:56:43.622" v="10215" actId="1076"/>
          <ac:spMkLst>
            <pc:docMk/>
            <pc:sldMk cId="3513269846" sldId="642"/>
            <ac:spMk id="88" creationId="{1613AE59-8EB7-78AF-C7AA-33AD34CFC42B}"/>
          </ac:spMkLst>
        </pc:spChg>
        <pc:spChg chg="add del mod">
          <ac:chgData name="최지훈(산업경영공학과)" userId="f10e4a28-cc96-4aa6-a477-606261d4ea34" providerId="ADAL" clId="{E1BDFF36-D31A-4435-9114-39F6A8210863}" dt="2026-05-29T09:56:51.921" v="10270" actId="1037"/>
          <ac:spMkLst>
            <pc:docMk/>
            <pc:sldMk cId="3513269846" sldId="642"/>
            <ac:spMk id="89" creationId="{1C8EDFD9-4FDC-56B0-1D26-B995B64E8B55}"/>
          </ac:spMkLst>
        </pc:spChg>
        <pc:spChg chg="add del mod">
          <ac:chgData name="최지훈(산업경영공학과)" userId="f10e4a28-cc96-4aa6-a477-606261d4ea34" providerId="ADAL" clId="{E1BDFF36-D31A-4435-9114-39F6A8210863}" dt="2026-05-29T09:56:51.921" v="10270" actId="1037"/>
          <ac:spMkLst>
            <pc:docMk/>
            <pc:sldMk cId="3513269846" sldId="642"/>
            <ac:spMk id="90" creationId="{6713F83C-35F9-5912-1498-14173843024A}"/>
          </ac:spMkLst>
        </pc:spChg>
        <pc:spChg chg="add del mod">
          <ac:chgData name="최지훈(산업경영공학과)" userId="f10e4a28-cc96-4aa6-a477-606261d4ea34" providerId="ADAL" clId="{E1BDFF36-D31A-4435-9114-39F6A8210863}" dt="2026-05-29T09:56:47.004" v="10237" actId="1037"/>
          <ac:spMkLst>
            <pc:docMk/>
            <pc:sldMk cId="3513269846" sldId="642"/>
            <ac:spMk id="91" creationId="{510F115B-EC89-2B0E-CC91-B787DF49D4ED}"/>
          </ac:spMkLst>
        </pc:spChg>
        <pc:spChg chg="add del mod">
          <ac:chgData name="최지훈(산업경영공학과)" userId="f10e4a28-cc96-4aa6-a477-606261d4ea34" providerId="ADAL" clId="{E1BDFF36-D31A-4435-9114-39F6A8210863}" dt="2026-05-29T09:56:51.921" v="10270" actId="1037"/>
          <ac:spMkLst>
            <pc:docMk/>
            <pc:sldMk cId="3513269846" sldId="642"/>
            <ac:spMk id="92" creationId="{C796A72F-60F3-FF52-C2A1-B8C7B12615C1}"/>
          </ac:spMkLst>
        </pc:spChg>
        <pc:spChg chg="add del mod">
          <ac:chgData name="최지훈(산업경영공학과)" userId="f10e4a28-cc96-4aa6-a477-606261d4ea34" providerId="ADAL" clId="{E1BDFF36-D31A-4435-9114-39F6A8210863}" dt="2026-05-29T09:56:51.921" v="10270" actId="1037"/>
          <ac:spMkLst>
            <pc:docMk/>
            <pc:sldMk cId="3513269846" sldId="642"/>
            <ac:spMk id="93" creationId="{CEF1EC19-8A05-455E-A4A0-055E5E793EB6}"/>
          </ac:spMkLst>
        </pc:spChg>
        <pc:spChg chg="add mod">
          <ac:chgData name="최지훈(산업경영공학과)" userId="f10e4a28-cc96-4aa6-a477-606261d4ea34" providerId="ADAL" clId="{E1BDFF36-D31A-4435-9114-39F6A8210863}" dt="2026-05-29T09:56:51.921" v="10270" actId="1037"/>
          <ac:spMkLst>
            <pc:docMk/>
            <pc:sldMk cId="3513269846" sldId="642"/>
            <ac:spMk id="95" creationId="{53EBC47F-837E-73B1-0ADC-17CDF39EE63F}"/>
          </ac:spMkLst>
        </pc:spChg>
        <pc:grpChg chg="mod">
          <ac:chgData name="최지훈(산업경영공학과)" userId="f10e4a28-cc96-4aa6-a477-606261d4ea34" providerId="ADAL" clId="{E1BDFF36-D31A-4435-9114-39F6A8210863}" dt="2026-05-29T09:56:43.622" v="10215" actId="1076"/>
          <ac:grpSpMkLst>
            <pc:docMk/>
            <pc:sldMk cId="3513269846" sldId="642"/>
            <ac:grpSpMk id="22" creationId="{08E146AD-44CE-70AE-A10F-3DDC9B01957F}"/>
          </ac:grpSpMkLst>
        </pc:grpChg>
        <pc:grpChg chg="mod">
          <ac:chgData name="최지훈(산업경영공학과)" userId="f10e4a28-cc96-4aa6-a477-606261d4ea34" providerId="ADAL" clId="{E1BDFF36-D31A-4435-9114-39F6A8210863}" dt="2026-05-29T09:54:46.671" v="10173" actId="1076"/>
          <ac:grpSpMkLst>
            <pc:docMk/>
            <pc:sldMk cId="3513269846" sldId="642"/>
            <ac:grpSpMk id="51" creationId="{9163A549-E3AC-E87C-9C8D-A225FCBD0858}"/>
          </ac:grpSpMkLst>
        </pc:grpChg>
        <pc:grpChg chg="mod">
          <ac:chgData name="최지훈(산업경영공학과)" userId="f10e4a28-cc96-4aa6-a477-606261d4ea34" providerId="ADAL" clId="{E1BDFF36-D31A-4435-9114-39F6A8210863}" dt="2026-05-29T09:56:47.004" v="10237" actId="1037"/>
          <ac:grpSpMkLst>
            <pc:docMk/>
            <pc:sldMk cId="3513269846" sldId="642"/>
            <ac:grpSpMk id="63" creationId="{BC73B495-99A4-47DF-85D7-9211D4D0726E}"/>
          </ac:grpSpMkLst>
        </pc:grpChg>
        <pc:grpChg chg="mod">
          <ac:chgData name="최지훈(산업경영공학과)" userId="f10e4a28-cc96-4aa6-a477-606261d4ea34" providerId="ADAL" clId="{E1BDFF36-D31A-4435-9114-39F6A8210863}" dt="2026-05-29T09:56:47.004" v="10237" actId="1037"/>
          <ac:grpSpMkLst>
            <pc:docMk/>
            <pc:sldMk cId="3513269846" sldId="642"/>
            <ac:grpSpMk id="75" creationId="{9289C150-ABA7-3107-9C38-D23D183654B8}"/>
          </ac:grpSpMkLst>
        </pc:grpChg>
        <pc:cxnChg chg="mod">
          <ac:chgData name="최지훈(산업경영공학과)" userId="f10e4a28-cc96-4aa6-a477-606261d4ea34" providerId="ADAL" clId="{E1BDFF36-D31A-4435-9114-39F6A8210863}" dt="2026-05-29T09:54:33.388" v="10170" actId="14100"/>
          <ac:cxnSpMkLst>
            <pc:docMk/>
            <pc:sldMk cId="3513269846" sldId="642"/>
            <ac:cxnSpMk id="5" creationId="{9D43571B-CCB6-0B11-E63A-1D5C61EC2028}"/>
          </ac:cxnSpMkLst>
        </pc:cxnChg>
        <pc:cxnChg chg="mod">
          <ac:chgData name="최지훈(산업경영공학과)" userId="f10e4a28-cc96-4aa6-a477-606261d4ea34" providerId="ADAL" clId="{E1BDFF36-D31A-4435-9114-39F6A8210863}" dt="2026-05-29T09:54:46.671" v="10173" actId="1076"/>
          <ac:cxnSpMkLst>
            <pc:docMk/>
            <pc:sldMk cId="3513269846" sldId="642"/>
            <ac:cxnSpMk id="6" creationId="{126A0E8F-9075-993F-84E6-FD18A4F7E765}"/>
          </ac:cxnSpMkLst>
        </pc:cxnChg>
        <pc:cxnChg chg="mod">
          <ac:chgData name="최지훈(산업경영공학과)" userId="f10e4a28-cc96-4aa6-a477-606261d4ea34" providerId="ADAL" clId="{E1BDFF36-D31A-4435-9114-39F6A8210863}" dt="2026-05-29T09:54:52.808" v="10174" actId="1076"/>
          <ac:cxnSpMkLst>
            <pc:docMk/>
            <pc:sldMk cId="3513269846" sldId="642"/>
            <ac:cxnSpMk id="15" creationId="{C4BE1D0C-0C18-42BF-E6E4-921E2E0473AD}"/>
          </ac:cxnSpMkLst>
        </pc:cxnChg>
        <pc:cxnChg chg="add mod">
          <ac:chgData name="최지훈(산업경영공학과)" userId="f10e4a28-cc96-4aa6-a477-606261d4ea34" providerId="ADAL" clId="{E1BDFF36-D31A-4435-9114-39F6A8210863}" dt="2026-05-29T09:56:43.622" v="10215" actId="1076"/>
          <ac:cxnSpMkLst>
            <pc:docMk/>
            <pc:sldMk cId="3513269846" sldId="642"/>
            <ac:cxnSpMk id="37" creationId="{6537C0DC-F480-C100-F601-F98C608E2E6D}"/>
          </ac:cxnSpMkLst>
        </pc:cxnChg>
      </pc:sldChg>
      <pc:sldChg chg="add">
        <pc:chgData name="최지훈(산업경영공학과)" userId="f10e4a28-cc96-4aa6-a477-606261d4ea34" providerId="ADAL" clId="{E1BDFF36-D31A-4435-9114-39F6A8210863}" dt="2026-05-29T09:59:05.385" v="10271" actId="2890"/>
        <pc:sldMkLst>
          <pc:docMk/>
          <pc:sldMk cId="4076065619" sldId="643"/>
        </pc:sldMkLst>
      </pc:sldChg>
      <pc:sldChg chg="addSp delSp modSp add mod">
        <pc:chgData name="최지훈(산업경영공학과)" userId="f10e4a28-cc96-4aa6-a477-606261d4ea34" providerId="ADAL" clId="{E1BDFF36-D31A-4435-9114-39F6A8210863}" dt="2026-05-29T10:12:07.252" v="11141" actId="20577"/>
        <pc:sldMkLst>
          <pc:docMk/>
          <pc:sldMk cId="989292325" sldId="644"/>
        </pc:sldMkLst>
        <pc:spChg chg="mod">
          <ac:chgData name="최지훈(산업경영공학과)" userId="f10e4a28-cc96-4aa6-a477-606261d4ea34" providerId="ADAL" clId="{E1BDFF36-D31A-4435-9114-39F6A8210863}" dt="2026-05-29T10:11:45.395" v="11103" actId="20577"/>
          <ac:spMkLst>
            <pc:docMk/>
            <pc:sldMk cId="989292325" sldId="644"/>
            <ac:spMk id="2" creationId="{64ACB7FA-3792-E5DB-91EE-829ADACD5D25}"/>
          </ac:spMkLst>
        </pc:spChg>
        <pc:spChg chg="del mod">
          <ac:chgData name="최지훈(산업경영공학과)" userId="f10e4a28-cc96-4aa6-a477-606261d4ea34" providerId="ADAL" clId="{E1BDFF36-D31A-4435-9114-39F6A8210863}" dt="2026-05-29T10:02:37.665" v="10350" actId="478"/>
          <ac:spMkLst>
            <pc:docMk/>
            <pc:sldMk cId="989292325" sldId="644"/>
            <ac:spMk id="3" creationId="{AB1CD639-A643-F28B-8274-60ABEE538587}"/>
          </ac:spMkLst>
        </pc:spChg>
        <pc:spChg chg="mod">
          <ac:chgData name="최지훈(산업경영공학과)" userId="f10e4a28-cc96-4aa6-a477-606261d4ea34" providerId="ADAL" clId="{E1BDFF36-D31A-4435-9114-39F6A8210863}" dt="2026-05-29T10:12:07.252" v="11141" actId="20577"/>
          <ac:spMkLst>
            <pc:docMk/>
            <pc:sldMk cId="989292325" sldId="644"/>
            <ac:spMk id="8" creationId="{40835C68-2807-9199-0B91-2FFB689BE0D6}"/>
          </ac:spMkLst>
        </pc:spChg>
        <pc:spChg chg="del mod">
          <ac:chgData name="최지훈(산업경영공학과)" userId="f10e4a28-cc96-4aa6-a477-606261d4ea34" providerId="ADAL" clId="{E1BDFF36-D31A-4435-9114-39F6A8210863}" dt="2026-05-29T10:02:37.665" v="10350" actId="478"/>
          <ac:spMkLst>
            <pc:docMk/>
            <pc:sldMk cId="989292325" sldId="644"/>
            <ac:spMk id="14" creationId="{786E05EB-7EA2-2C7E-BF7C-1E600B3FC898}"/>
          </ac:spMkLst>
        </pc:spChg>
        <pc:spChg chg="del mod">
          <ac:chgData name="최지훈(산업경영공학과)" userId="f10e4a28-cc96-4aa6-a477-606261d4ea34" providerId="ADAL" clId="{E1BDFF36-D31A-4435-9114-39F6A8210863}" dt="2026-05-29T10:02:37.665" v="10350" actId="478"/>
          <ac:spMkLst>
            <pc:docMk/>
            <pc:sldMk cId="989292325" sldId="644"/>
            <ac:spMk id="16" creationId="{47DFD53B-B326-D857-FD91-55104F149255}"/>
          </ac:spMkLst>
        </pc:spChg>
        <pc:spChg chg="del mod">
          <ac:chgData name="최지훈(산업경영공학과)" userId="f10e4a28-cc96-4aa6-a477-606261d4ea34" providerId="ADAL" clId="{E1BDFF36-D31A-4435-9114-39F6A8210863}" dt="2026-05-29T10:02:37.665" v="10350" actId="478"/>
          <ac:spMkLst>
            <pc:docMk/>
            <pc:sldMk cId="989292325" sldId="644"/>
            <ac:spMk id="19" creationId="{60FB1D2C-9FFF-282C-F204-1C4F0C038EC9}"/>
          </ac:spMkLst>
        </pc:spChg>
        <pc:spChg chg="del">
          <ac:chgData name="최지훈(산업경영공학과)" userId="f10e4a28-cc96-4aa6-a477-606261d4ea34" providerId="ADAL" clId="{E1BDFF36-D31A-4435-9114-39F6A8210863}" dt="2026-05-29T10:02:31.242" v="10348" actId="478"/>
          <ac:spMkLst>
            <pc:docMk/>
            <pc:sldMk cId="989292325" sldId="644"/>
            <ac:spMk id="34" creationId="{C78B7386-D503-216E-CEB5-06C8C1432DD1}"/>
          </ac:spMkLst>
        </pc:spChg>
        <pc:spChg chg="del">
          <ac:chgData name="최지훈(산업경영공학과)" userId="f10e4a28-cc96-4aa6-a477-606261d4ea34" providerId="ADAL" clId="{E1BDFF36-D31A-4435-9114-39F6A8210863}" dt="2026-05-29T10:02:31.242" v="10348" actId="478"/>
          <ac:spMkLst>
            <pc:docMk/>
            <pc:sldMk cId="989292325" sldId="644"/>
            <ac:spMk id="35" creationId="{213E6766-66B1-BB8E-4A1E-0A83B784F405}"/>
          </ac:spMkLst>
        </pc:spChg>
        <pc:spChg chg="mod">
          <ac:chgData name="최지훈(산업경영공학과)" userId="f10e4a28-cc96-4aa6-a477-606261d4ea34" providerId="ADAL" clId="{E1BDFF36-D31A-4435-9114-39F6A8210863}" dt="2026-05-29T10:02:41.673" v="10351"/>
          <ac:spMkLst>
            <pc:docMk/>
            <pc:sldMk cId="989292325" sldId="644"/>
            <ac:spMk id="41" creationId="{E224B03C-D777-87DB-DE05-1AE921E932EF}"/>
          </ac:spMkLst>
        </pc:spChg>
        <pc:spChg chg="mod">
          <ac:chgData name="최지훈(산업경영공학과)" userId="f10e4a28-cc96-4aa6-a477-606261d4ea34" providerId="ADAL" clId="{E1BDFF36-D31A-4435-9114-39F6A8210863}" dt="2026-05-29T10:02:41.673" v="10351"/>
          <ac:spMkLst>
            <pc:docMk/>
            <pc:sldMk cId="989292325" sldId="644"/>
            <ac:spMk id="42" creationId="{48C84C95-3D9B-D7D2-CC19-ED395F4B9B9B}"/>
          </ac:spMkLst>
        </pc:spChg>
        <pc:spChg chg="del">
          <ac:chgData name="최지훈(산업경영공학과)" userId="f10e4a28-cc96-4aa6-a477-606261d4ea34" providerId="ADAL" clId="{E1BDFF36-D31A-4435-9114-39F6A8210863}" dt="2026-05-29T10:02:31.242" v="10348" actId="478"/>
          <ac:spMkLst>
            <pc:docMk/>
            <pc:sldMk cId="989292325" sldId="644"/>
            <ac:spMk id="87" creationId="{27171CD8-F2D2-E8DD-ED72-60022CE83EAA}"/>
          </ac:spMkLst>
        </pc:spChg>
        <pc:spChg chg="del">
          <ac:chgData name="최지훈(산업경영공학과)" userId="f10e4a28-cc96-4aa6-a477-606261d4ea34" providerId="ADAL" clId="{E1BDFF36-D31A-4435-9114-39F6A8210863}" dt="2026-05-29T10:02:31.242" v="10348" actId="478"/>
          <ac:spMkLst>
            <pc:docMk/>
            <pc:sldMk cId="989292325" sldId="644"/>
            <ac:spMk id="88" creationId="{EE031447-4F89-D7E8-99D5-9D05CDF4B3FF}"/>
          </ac:spMkLst>
        </pc:spChg>
        <pc:spChg chg="del">
          <ac:chgData name="최지훈(산업경영공학과)" userId="f10e4a28-cc96-4aa6-a477-606261d4ea34" providerId="ADAL" clId="{E1BDFF36-D31A-4435-9114-39F6A8210863}" dt="2026-05-29T10:02:31.242" v="10348" actId="478"/>
          <ac:spMkLst>
            <pc:docMk/>
            <pc:sldMk cId="989292325" sldId="644"/>
            <ac:spMk id="89" creationId="{CDEA0D9E-185D-518D-B3E2-B230B7F705D4}"/>
          </ac:spMkLst>
        </pc:spChg>
        <pc:spChg chg="del mod">
          <ac:chgData name="최지훈(산업경영공학과)" userId="f10e4a28-cc96-4aa6-a477-606261d4ea34" providerId="ADAL" clId="{E1BDFF36-D31A-4435-9114-39F6A8210863}" dt="2026-05-29T10:02:37.665" v="10350" actId="478"/>
          <ac:spMkLst>
            <pc:docMk/>
            <pc:sldMk cId="989292325" sldId="644"/>
            <ac:spMk id="90" creationId="{54939C8E-2598-D8B2-1409-E25DD570B1D7}"/>
          </ac:spMkLst>
        </pc:spChg>
        <pc:spChg chg="del mod">
          <ac:chgData name="최지훈(산업경영공학과)" userId="f10e4a28-cc96-4aa6-a477-606261d4ea34" providerId="ADAL" clId="{E1BDFF36-D31A-4435-9114-39F6A8210863}" dt="2026-05-29T10:02:37.665" v="10350" actId="478"/>
          <ac:spMkLst>
            <pc:docMk/>
            <pc:sldMk cId="989292325" sldId="644"/>
            <ac:spMk id="91" creationId="{AFD87FC3-CD92-01FB-DD1A-6184628C5FFA}"/>
          </ac:spMkLst>
        </pc:spChg>
        <pc:spChg chg="del mod">
          <ac:chgData name="최지훈(산업경영공학과)" userId="f10e4a28-cc96-4aa6-a477-606261d4ea34" providerId="ADAL" clId="{E1BDFF36-D31A-4435-9114-39F6A8210863}" dt="2026-05-29T10:02:37.665" v="10350" actId="478"/>
          <ac:spMkLst>
            <pc:docMk/>
            <pc:sldMk cId="989292325" sldId="644"/>
            <ac:spMk id="92" creationId="{9163BEAB-908C-6937-33CC-645AF23FF1D2}"/>
          </ac:spMkLst>
        </pc:spChg>
        <pc:spChg chg="del mod">
          <ac:chgData name="최지훈(산업경영공학과)" userId="f10e4a28-cc96-4aa6-a477-606261d4ea34" providerId="ADAL" clId="{E1BDFF36-D31A-4435-9114-39F6A8210863}" dt="2026-05-29T10:02:37.665" v="10350" actId="478"/>
          <ac:spMkLst>
            <pc:docMk/>
            <pc:sldMk cId="989292325" sldId="644"/>
            <ac:spMk id="93" creationId="{2D81B261-2F3F-74AF-7BE5-11D32D481C2A}"/>
          </ac:spMkLst>
        </pc:spChg>
        <pc:spChg chg="del">
          <ac:chgData name="최지훈(산업경영공학과)" userId="f10e4a28-cc96-4aa6-a477-606261d4ea34" providerId="ADAL" clId="{E1BDFF36-D31A-4435-9114-39F6A8210863}" dt="2026-05-29T10:02:31.242" v="10348" actId="478"/>
          <ac:spMkLst>
            <pc:docMk/>
            <pc:sldMk cId="989292325" sldId="644"/>
            <ac:spMk id="95" creationId="{8EB7FB3E-0317-17B1-013A-7670B909D582}"/>
          </ac:spMkLst>
        </pc:spChg>
        <pc:spChg chg="mod">
          <ac:chgData name="최지훈(산업경영공학과)" userId="f10e4a28-cc96-4aa6-a477-606261d4ea34" providerId="ADAL" clId="{E1BDFF36-D31A-4435-9114-39F6A8210863}" dt="2026-05-29T10:02:41.673" v="10351"/>
          <ac:spMkLst>
            <pc:docMk/>
            <pc:sldMk cId="989292325" sldId="644"/>
            <ac:spMk id="98" creationId="{C8B28834-F252-EE5E-90AC-DC02FDC8A869}"/>
          </ac:spMkLst>
        </pc:spChg>
        <pc:spChg chg="mod">
          <ac:chgData name="최지훈(산업경영공학과)" userId="f10e4a28-cc96-4aa6-a477-606261d4ea34" providerId="ADAL" clId="{E1BDFF36-D31A-4435-9114-39F6A8210863}" dt="2026-05-29T10:02:41.673" v="10351"/>
          <ac:spMkLst>
            <pc:docMk/>
            <pc:sldMk cId="989292325" sldId="644"/>
            <ac:spMk id="103" creationId="{E9B0C1B5-A627-1B4F-619F-71B5B2BB7721}"/>
          </ac:spMkLst>
        </pc:spChg>
        <pc:spChg chg="mod">
          <ac:chgData name="최지훈(산업경영공학과)" userId="f10e4a28-cc96-4aa6-a477-606261d4ea34" providerId="ADAL" clId="{E1BDFF36-D31A-4435-9114-39F6A8210863}" dt="2026-05-29T10:02:41.673" v="10351"/>
          <ac:spMkLst>
            <pc:docMk/>
            <pc:sldMk cId="989292325" sldId="644"/>
            <ac:spMk id="116" creationId="{78452032-7A98-64DE-3FA1-9519B21471E9}"/>
          </ac:spMkLst>
        </pc:spChg>
        <pc:spChg chg="mod">
          <ac:chgData name="최지훈(산업경영공학과)" userId="f10e4a28-cc96-4aa6-a477-606261d4ea34" providerId="ADAL" clId="{E1BDFF36-D31A-4435-9114-39F6A8210863}" dt="2026-05-29T10:02:41.673" v="10351"/>
          <ac:spMkLst>
            <pc:docMk/>
            <pc:sldMk cId="989292325" sldId="644"/>
            <ac:spMk id="124" creationId="{54D923EF-FCF2-4364-474A-063FF37E8E0A}"/>
          </ac:spMkLst>
        </pc:spChg>
        <pc:spChg chg="mod">
          <ac:chgData name="최지훈(산업경영공학과)" userId="f10e4a28-cc96-4aa6-a477-606261d4ea34" providerId="ADAL" clId="{E1BDFF36-D31A-4435-9114-39F6A8210863}" dt="2026-05-29T10:04:22.845" v="10724" actId="1076"/>
          <ac:spMkLst>
            <pc:docMk/>
            <pc:sldMk cId="989292325" sldId="644"/>
            <ac:spMk id="132" creationId="{C511A1A3-6272-3537-33F7-AD168FD7E63A}"/>
          </ac:spMkLst>
        </pc:spChg>
        <pc:spChg chg="mod">
          <ac:chgData name="최지훈(산업경영공학과)" userId="f10e4a28-cc96-4aa6-a477-606261d4ea34" providerId="ADAL" clId="{E1BDFF36-D31A-4435-9114-39F6A8210863}" dt="2026-05-29T10:04:22.845" v="10724" actId="1076"/>
          <ac:spMkLst>
            <pc:docMk/>
            <pc:sldMk cId="989292325" sldId="644"/>
            <ac:spMk id="133" creationId="{0031A53B-74A0-F67F-1E00-E7B3FFEDAAF2}"/>
          </ac:spMkLst>
        </pc:spChg>
        <pc:spChg chg="add mod">
          <ac:chgData name="최지훈(산업경영공학과)" userId="f10e4a28-cc96-4aa6-a477-606261d4ea34" providerId="ADAL" clId="{E1BDFF36-D31A-4435-9114-39F6A8210863}" dt="2026-05-29T10:04:22.845" v="10724" actId="1076"/>
          <ac:spMkLst>
            <pc:docMk/>
            <pc:sldMk cId="989292325" sldId="644"/>
            <ac:spMk id="134" creationId="{716D13CF-0700-78EA-8F71-BE2CB4B5E356}"/>
          </ac:spMkLst>
        </pc:spChg>
        <pc:spChg chg="mod">
          <ac:chgData name="최지훈(산업경영공학과)" userId="f10e4a28-cc96-4aa6-a477-606261d4ea34" providerId="ADAL" clId="{E1BDFF36-D31A-4435-9114-39F6A8210863}" dt="2026-05-29T10:04:22.845" v="10724" actId="1076"/>
          <ac:spMkLst>
            <pc:docMk/>
            <pc:sldMk cId="989292325" sldId="644"/>
            <ac:spMk id="135" creationId="{0AE8CEAA-5A78-1380-3B6F-F00C631DE9F3}"/>
          </ac:spMkLst>
        </pc:spChg>
        <pc:spChg chg="add mod">
          <ac:chgData name="최지훈(산업경영공학과)" userId="f10e4a28-cc96-4aa6-a477-606261d4ea34" providerId="ADAL" clId="{E1BDFF36-D31A-4435-9114-39F6A8210863}" dt="2026-05-29T10:04:22.845" v="10724" actId="1076"/>
          <ac:spMkLst>
            <pc:docMk/>
            <pc:sldMk cId="989292325" sldId="644"/>
            <ac:spMk id="136" creationId="{C4985C9D-6B3B-E710-6B6B-F0D1100319A2}"/>
          </ac:spMkLst>
        </pc:spChg>
        <pc:spChg chg="mod">
          <ac:chgData name="최지훈(산업경영공학과)" userId="f10e4a28-cc96-4aa6-a477-606261d4ea34" providerId="ADAL" clId="{E1BDFF36-D31A-4435-9114-39F6A8210863}" dt="2026-05-29T10:04:22.845" v="10724" actId="1076"/>
          <ac:spMkLst>
            <pc:docMk/>
            <pc:sldMk cId="989292325" sldId="644"/>
            <ac:spMk id="137" creationId="{57F7BCC2-7BF5-00AC-AE62-E01DAA2AC13B}"/>
          </ac:spMkLst>
        </pc:spChg>
        <pc:spChg chg="add mod">
          <ac:chgData name="최지훈(산업경영공학과)" userId="f10e4a28-cc96-4aa6-a477-606261d4ea34" providerId="ADAL" clId="{E1BDFF36-D31A-4435-9114-39F6A8210863}" dt="2026-05-29T10:04:22.845" v="10724" actId="1076"/>
          <ac:spMkLst>
            <pc:docMk/>
            <pc:sldMk cId="989292325" sldId="644"/>
            <ac:spMk id="141" creationId="{945312AA-70BF-8F5D-1998-686F00456FBC}"/>
          </ac:spMkLst>
        </pc:spChg>
        <pc:spChg chg="add mod">
          <ac:chgData name="최지훈(산업경영공학과)" userId="f10e4a28-cc96-4aa6-a477-606261d4ea34" providerId="ADAL" clId="{E1BDFF36-D31A-4435-9114-39F6A8210863}" dt="2026-05-29T10:04:22.845" v="10724" actId="1076"/>
          <ac:spMkLst>
            <pc:docMk/>
            <pc:sldMk cId="989292325" sldId="644"/>
            <ac:spMk id="142" creationId="{3D4D0077-6C66-CCEA-3B5A-B5BE59C69AAD}"/>
          </ac:spMkLst>
        </pc:spChg>
        <pc:spChg chg="mod">
          <ac:chgData name="최지훈(산업경영공학과)" userId="f10e4a28-cc96-4aa6-a477-606261d4ea34" providerId="ADAL" clId="{E1BDFF36-D31A-4435-9114-39F6A8210863}" dt="2026-05-29T10:04:22.845" v="10724" actId="1076"/>
          <ac:spMkLst>
            <pc:docMk/>
            <pc:sldMk cId="989292325" sldId="644"/>
            <ac:spMk id="143" creationId="{42DC040A-4039-5060-8C8C-7D0C642F95BC}"/>
          </ac:spMkLst>
        </pc:spChg>
        <pc:spChg chg="mod">
          <ac:chgData name="최지훈(산업경영공학과)" userId="f10e4a28-cc96-4aa6-a477-606261d4ea34" providerId="ADAL" clId="{E1BDFF36-D31A-4435-9114-39F6A8210863}" dt="2026-05-29T10:04:22.845" v="10724" actId="1076"/>
          <ac:spMkLst>
            <pc:docMk/>
            <pc:sldMk cId="989292325" sldId="644"/>
            <ac:spMk id="144" creationId="{E944671B-C667-C129-B033-F26881CDE690}"/>
          </ac:spMkLst>
        </pc:spChg>
        <pc:grpChg chg="del">
          <ac:chgData name="최지훈(산업경영공학과)" userId="f10e4a28-cc96-4aa6-a477-606261d4ea34" providerId="ADAL" clId="{E1BDFF36-D31A-4435-9114-39F6A8210863}" dt="2026-05-29T10:02:31.242" v="10348" actId="478"/>
          <ac:grpSpMkLst>
            <pc:docMk/>
            <pc:sldMk cId="989292325" sldId="644"/>
            <ac:grpSpMk id="22" creationId="{FC522AB3-0511-6C72-DC67-E1997D1289B3}"/>
          </ac:grpSpMkLst>
        </pc:grpChg>
        <pc:grpChg chg="del mod">
          <ac:chgData name="최지훈(산업경영공학과)" userId="f10e4a28-cc96-4aa6-a477-606261d4ea34" providerId="ADAL" clId="{E1BDFF36-D31A-4435-9114-39F6A8210863}" dt="2026-05-29T10:02:37.665" v="10350" actId="478"/>
          <ac:grpSpMkLst>
            <pc:docMk/>
            <pc:sldMk cId="989292325" sldId="644"/>
            <ac:grpSpMk id="50" creationId="{FBE64364-8D04-4F85-B38F-5215E6204AB2}"/>
          </ac:grpSpMkLst>
        </pc:grpChg>
        <pc:grpChg chg="del mod">
          <ac:chgData name="최지훈(산업경영공학과)" userId="f10e4a28-cc96-4aa6-a477-606261d4ea34" providerId="ADAL" clId="{E1BDFF36-D31A-4435-9114-39F6A8210863}" dt="2026-05-29T10:02:37.665" v="10350" actId="478"/>
          <ac:grpSpMkLst>
            <pc:docMk/>
            <pc:sldMk cId="989292325" sldId="644"/>
            <ac:grpSpMk id="75" creationId="{5BA9FC32-1F1D-975D-06A1-91BFFD607BA8}"/>
          </ac:grpSpMkLst>
        </pc:grpChg>
        <pc:cxnChg chg="mod">
          <ac:chgData name="최지훈(산업경영공학과)" userId="f10e4a28-cc96-4aa6-a477-606261d4ea34" providerId="ADAL" clId="{E1BDFF36-D31A-4435-9114-39F6A8210863}" dt="2026-05-29T10:02:31.242" v="10348" actId="478"/>
          <ac:cxnSpMkLst>
            <pc:docMk/>
            <pc:sldMk cId="989292325" sldId="644"/>
            <ac:cxnSpMk id="24" creationId="{50083EB3-D5F8-83D9-431E-BE07905213E8}"/>
          </ac:cxnSpMkLst>
        </pc:cxnChg>
        <pc:cxnChg chg="del mod">
          <ac:chgData name="최지훈(산업경영공학과)" userId="f10e4a28-cc96-4aa6-a477-606261d4ea34" providerId="ADAL" clId="{E1BDFF36-D31A-4435-9114-39F6A8210863}" dt="2026-05-29T10:02:31.242" v="10348" actId="478"/>
          <ac:cxnSpMkLst>
            <pc:docMk/>
            <pc:sldMk cId="989292325" sldId="644"/>
            <ac:cxnSpMk id="37" creationId="{26F4046E-70BD-E243-3807-9C276AEEF2EF}"/>
          </ac:cxnSpMkLst>
        </pc:cxnChg>
      </pc:sldChg>
      <pc:sldChg chg="addSp delSp modSp add mod">
        <pc:chgData name="최지훈(산업경영공학과)" userId="f10e4a28-cc96-4aa6-a477-606261d4ea34" providerId="ADAL" clId="{E1BDFF36-D31A-4435-9114-39F6A8210863}" dt="2026-05-29T10:08:48.578" v="10885" actId="113"/>
        <pc:sldMkLst>
          <pc:docMk/>
          <pc:sldMk cId="2469794451" sldId="645"/>
        </pc:sldMkLst>
        <pc:spChg chg="add mod">
          <ac:chgData name="최지훈(산업경영공학과)" userId="f10e4a28-cc96-4aa6-a477-606261d4ea34" providerId="ADAL" clId="{E1BDFF36-D31A-4435-9114-39F6A8210863}" dt="2026-05-29T10:08:07.966" v="10826" actId="1582"/>
          <ac:spMkLst>
            <pc:docMk/>
            <pc:sldMk cId="2469794451" sldId="645"/>
            <ac:spMk id="6" creationId="{E58DE72F-E72A-92F2-2ACE-08892592143C}"/>
          </ac:spMkLst>
        </pc:spChg>
        <pc:spChg chg="mod">
          <ac:chgData name="최지훈(산업경영공학과)" userId="f10e4a28-cc96-4aa6-a477-606261d4ea34" providerId="ADAL" clId="{E1BDFF36-D31A-4435-9114-39F6A8210863}" dt="2026-05-29T10:05:10.799" v="10819" actId="20577"/>
          <ac:spMkLst>
            <pc:docMk/>
            <pc:sldMk cId="2469794451" sldId="645"/>
            <ac:spMk id="8" creationId="{D716EC38-6017-F8FF-D6C2-558BA16EFF95}"/>
          </ac:spMkLst>
        </pc:spChg>
        <pc:spChg chg="add mod">
          <ac:chgData name="최지훈(산업경영공학과)" userId="f10e4a28-cc96-4aa6-a477-606261d4ea34" providerId="ADAL" clId="{E1BDFF36-D31A-4435-9114-39F6A8210863}" dt="2026-05-29T10:08:48.578" v="10885" actId="113"/>
          <ac:spMkLst>
            <pc:docMk/>
            <pc:sldMk cId="2469794451" sldId="645"/>
            <ac:spMk id="10" creationId="{B79A52C1-095A-6D0C-AD3F-D380DDD4A2CD}"/>
          </ac:spMkLst>
        </pc:spChg>
        <pc:spChg chg="del">
          <ac:chgData name="최지훈(산업경영공학과)" userId="f10e4a28-cc96-4aa6-a477-606261d4ea34" providerId="ADAL" clId="{E1BDFF36-D31A-4435-9114-39F6A8210863}" dt="2026-05-29T10:04:55.840" v="10726" actId="478"/>
          <ac:spMkLst>
            <pc:docMk/>
            <pc:sldMk cId="2469794451" sldId="645"/>
            <ac:spMk id="131" creationId="{455E43D5-D144-FAA4-72FC-AE8A22FD91B6}"/>
          </ac:spMkLst>
        </pc:spChg>
        <pc:spChg chg="del">
          <ac:chgData name="최지훈(산업경영공학과)" userId="f10e4a28-cc96-4aa6-a477-606261d4ea34" providerId="ADAL" clId="{E1BDFF36-D31A-4435-9114-39F6A8210863}" dt="2026-05-29T10:04:55.840" v="10726" actId="478"/>
          <ac:spMkLst>
            <pc:docMk/>
            <pc:sldMk cId="2469794451" sldId="645"/>
            <ac:spMk id="132" creationId="{EB6F5592-5079-58FB-2746-AE266F17CA23}"/>
          </ac:spMkLst>
        </pc:spChg>
        <pc:spChg chg="del">
          <ac:chgData name="최지훈(산업경영공학과)" userId="f10e4a28-cc96-4aa6-a477-606261d4ea34" providerId="ADAL" clId="{E1BDFF36-D31A-4435-9114-39F6A8210863}" dt="2026-05-29T10:04:55.840" v="10726" actId="478"/>
          <ac:spMkLst>
            <pc:docMk/>
            <pc:sldMk cId="2469794451" sldId="645"/>
            <ac:spMk id="133" creationId="{17B78CE6-02CC-8804-035B-D8C56F235843}"/>
          </ac:spMkLst>
        </pc:spChg>
        <pc:spChg chg="del">
          <ac:chgData name="최지훈(산업경영공학과)" userId="f10e4a28-cc96-4aa6-a477-606261d4ea34" providerId="ADAL" clId="{E1BDFF36-D31A-4435-9114-39F6A8210863}" dt="2026-05-29T10:04:55.840" v="10726" actId="478"/>
          <ac:spMkLst>
            <pc:docMk/>
            <pc:sldMk cId="2469794451" sldId="645"/>
            <ac:spMk id="134" creationId="{23306E22-2B7B-D5F3-F8B2-FFFD508FCDD4}"/>
          </ac:spMkLst>
        </pc:spChg>
        <pc:spChg chg="del">
          <ac:chgData name="최지훈(산업경영공학과)" userId="f10e4a28-cc96-4aa6-a477-606261d4ea34" providerId="ADAL" clId="{E1BDFF36-D31A-4435-9114-39F6A8210863}" dt="2026-05-29T10:04:55.840" v="10726" actId="478"/>
          <ac:spMkLst>
            <pc:docMk/>
            <pc:sldMk cId="2469794451" sldId="645"/>
            <ac:spMk id="135" creationId="{92F106D4-47E7-5122-C9C6-624E34E7E272}"/>
          </ac:spMkLst>
        </pc:spChg>
        <pc:spChg chg="del">
          <ac:chgData name="최지훈(산업경영공학과)" userId="f10e4a28-cc96-4aa6-a477-606261d4ea34" providerId="ADAL" clId="{E1BDFF36-D31A-4435-9114-39F6A8210863}" dt="2026-05-29T10:04:55.840" v="10726" actId="478"/>
          <ac:spMkLst>
            <pc:docMk/>
            <pc:sldMk cId="2469794451" sldId="645"/>
            <ac:spMk id="136" creationId="{27505262-A39F-CC55-3A8D-8FECBE6BDF48}"/>
          </ac:spMkLst>
        </pc:spChg>
        <pc:spChg chg="del">
          <ac:chgData name="최지훈(산업경영공학과)" userId="f10e4a28-cc96-4aa6-a477-606261d4ea34" providerId="ADAL" clId="{E1BDFF36-D31A-4435-9114-39F6A8210863}" dt="2026-05-29T10:04:55.840" v="10726" actId="478"/>
          <ac:spMkLst>
            <pc:docMk/>
            <pc:sldMk cId="2469794451" sldId="645"/>
            <ac:spMk id="137" creationId="{2888EBE4-BB8F-E521-F831-432A57B49864}"/>
          </ac:spMkLst>
        </pc:spChg>
        <pc:spChg chg="del">
          <ac:chgData name="최지훈(산업경영공학과)" userId="f10e4a28-cc96-4aa6-a477-606261d4ea34" providerId="ADAL" clId="{E1BDFF36-D31A-4435-9114-39F6A8210863}" dt="2026-05-29T10:04:55.840" v="10726" actId="478"/>
          <ac:spMkLst>
            <pc:docMk/>
            <pc:sldMk cId="2469794451" sldId="645"/>
            <ac:spMk id="142" creationId="{CE931B59-EAFB-84BD-7EE0-C65F6F1F3CF7}"/>
          </ac:spMkLst>
        </pc:spChg>
        <pc:spChg chg="del">
          <ac:chgData name="최지훈(산업경영공학과)" userId="f10e4a28-cc96-4aa6-a477-606261d4ea34" providerId="ADAL" clId="{E1BDFF36-D31A-4435-9114-39F6A8210863}" dt="2026-05-29T10:04:55.840" v="10726" actId="478"/>
          <ac:spMkLst>
            <pc:docMk/>
            <pc:sldMk cId="2469794451" sldId="645"/>
            <ac:spMk id="143" creationId="{6F0F4E86-68FE-A02D-BD55-956B4626FF96}"/>
          </ac:spMkLst>
        </pc:spChg>
        <pc:spChg chg="del">
          <ac:chgData name="최지훈(산업경영공학과)" userId="f10e4a28-cc96-4aa6-a477-606261d4ea34" providerId="ADAL" clId="{E1BDFF36-D31A-4435-9114-39F6A8210863}" dt="2026-05-29T10:04:55.840" v="10726" actId="478"/>
          <ac:spMkLst>
            <pc:docMk/>
            <pc:sldMk cId="2469794451" sldId="645"/>
            <ac:spMk id="144" creationId="{34B7470A-29A2-B2C6-ED91-4EE2E09E9D2C}"/>
          </ac:spMkLst>
        </pc:spChg>
        <pc:picChg chg="add mod">
          <ac:chgData name="최지훈(산업경영공학과)" userId="f10e4a28-cc96-4aa6-a477-606261d4ea34" providerId="ADAL" clId="{E1BDFF36-D31A-4435-9114-39F6A8210863}" dt="2026-05-29T10:05:15.407" v="10822" actId="1076"/>
          <ac:picMkLst>
            <pc:docMk/>
            <pc:sldMk cId="2469794451" sldId="645"/>
            <ac:picMk id="5" creationId="{72FE4615-CE88-7351-DC2D-5BF20A57D6EE}"/>
          </ac:picMkLst>
        </pc:picChg>
        <pc:cxnChg chg="add mod">
          <ac:chgData name="최지훈(산업경영공학과)" userId="f10e4a28-cc96-4aa6-a477-606261d4ea34" providerId="ADAL" clId="{E1BDFF36-D31A-4435-9114-39F6A8210863}" dt="2026-05-29T10:08:20.914" v="10829" actId="1582"/>
          <ac:cxnSpMkLst>
            <pc:docMk/>
            <pc:sldMk cId="2469794451" sldId="645"/>
            <ac:cxnSpMk id="9" creationId="{297EF038-04AE-167D-F329-571ECAC081F0}"/>
          </ac:cxnSpMkLst>
        </pc:cxnChg>
      </pc:sldChg>
      <pc:sldChg chg="addSp modSp add mod">
        <pc:chgData name="최지훈(산업경영공학과)" userId="f10e4a28-cc96-4aa6-a477-606261d4ea34" providerId="ADAL" clId="{E1BDFF36-D31A-4435-9114-39F6A8210863}" dt="2026-05-29T10:12:56.296" v="11189" actId="403"/>
        <pc:sldMkLst>
          <pc:docMk/>
          <pc:sldMk cId="1120701117" sldId="646"/>
        </pc:sldMkLst>
        <pc:spChg chg="add mod">
          <ac:chgData name="최지훈(산업경영공학과)" userId="f10e4a28-cc96-4aa6-a477-606261d4ea34" providerId="ADAL" clId="{E1BDFF36-D31A-4435-9114-39F6A8210863}" dt="2026-05-29T10:11:15.654" v="11093" actId="113"/>
          <ac:spMkLst>
            <pc:docMk/>
            <pc:sldMk cId="1120701117" sldId="646"/>
            <ac:spMk id="3" creationId="{66B31011-3401-6BA0-900D-94FC210A198D}"/>
          </ac:spMkLst>
        </pc:spChg>
        <pc:spChg chg="add mod">
          <ac:chgData name="최지훈(산업경영공학과)" userId="f10e4a28-cc96-4aa6-a477-606261d4ea34" providerId="ADAL" clId="{E1BDFF36-D31A-4435-9114-39F6A8210863}" dt="2026-05-29T10:12:56.296" v="11189" actId="403"/>
          <ac:spMkLst>
            <pc:docMk/>
            <pc:sldMk cId="1120701117" sldId="646"/>
            <ac:spMk id="7" creationId="{13095F36-0E2D-B257-F9F4-860AD1670BDC}"/>
          </ac:spMkLst>
        </pc:spChg>
        <pc:spChg chg="mod">
          <ac:chgData name="최지훈(산업경영공학과)" userId="f10e4a28-cc96-4aa6-a477-606261d4ea34" providerId="ADAL" clId="{E1BDFF36-D31A-4435-9114-39F6A8210863}" dt="2026-05-29T10:10:19.239" v="10979" actId="1076"/>
          <ac:spMkLst>
            <pc:docMk/>
            <pc:sldMk cId="1120701117" sldId="646"/>
            <ac:spMk id="10" creationId="{88036664-025F-DC26-FCEE-E4D3A26B1A80}"/>
          </ac:spMkLst>
        </pc:spChg>
      </pc:sldChg>
      <pc:sldChg chg="addSp delSp modSp add mod">
        <pc:chgData name="최지훈(산업경영공학과)" userId="f10e4a28-cc96-4aa6-a477-606261d4ea34" providerId="ADAL" clId="{E1BDFF36-D31A-4435-9114-39F6A8210863}" dt="2026-05-29T10:15:56.478" v="11405"/>
        <pc:sldMkLst>
          <pc:docMk/>
          <pc:sldMk cId="3417301113" sldId="647"/>
        </pc:sldMkLst>
        <pc:spChg chg="mod">
          <ac:chgData name="최지훈(산업경영공학과)" userId="f10e4a28-cc96-4aa6-a477-606261d4ea34" providerId="ADAL" clId="{E1BDFF36-D31A-4435-9114-39F6A8210863}" dt="2026-05-29T10:15:56.478" v="11405"/>
          <ac:spMkLst>
            <pc:docMk/>
            <pc:sldMk cId="3417301113" sldId="647"/>
            <ac:spMk id="2" creationId="{9C6DFB9C-9CBB-A5E7-548B-899091E760BC}"/>
          </ac:spMkLst>
        </pc:spChg>
        <pc:spChg chg="del">
          <ac:chgData name="최지훈(산업경영공학과)" userId="f10e4a28-cc96-4aa6-a477-606261d4ea34" providerId="ADAL" clId="{E1BDFF36-D31A-4435-9114-39F6A8210863}" dt="2026-05-29T10:13:17.254" v="11191" actId="478"/>
          <ac:spMkLst>
            <pc:docMk/>
            <pc:sldMk cId="3417301113" sldId="647"/>
            <ac:spMk id="3" creationId="{1DEA51CF-62B8-F8C6-2725-4DC87E5D63C2}"/>
          </ac:spMkLst>
        </pc:spChg>
        <pc:spChg chg="del">
          <ac:chgData name="최지훈(산업경영공학과)" userId="f10e4a28-cc96-4aa6-a477-606261d4ea34" providerId="ADAL" clId="{E1BDFF36-D31A-4435-9114-39F6A8210863}" dt="2026-05-29T10:13:17.254" v="11191" actId="478"/>
          <ac:spMkLst>
            <pc:docMk/>
            <pc:sldMk cId="3417301113" sldId="647"/>
            <ac:spMk id="6" creationId="{0434E253-5DD5-0A01-C0B2-5F8B255D1894}"/>
          </ac:spMkLst>
        </pc:spChg>
        <pc:spChg chg="del">
          <ac:chgData name="최지훈(산업경영공학과)" userId="f10e4a28-cc96-4aa6-a477-606261d4ea34" providerId="ADAL" clId="{E1BDFF36-D31A-4435-9114-39F6A8210863}" dt="2026-05-29T10:13:17.254" v="11191" actId="478"/>
          <ac:spMkLst>
            <pc:docMk/>
            <pc:sldMk cId="3417301113" sldId="647"/>
            <ac:spMk id="7" creationId="{E07A8587-1D5A-BC77-C34F-9962FD30B549}"/>
          </ac:spMkLst>
        </pc:spChg>
        <pc:spChg chg="mod">
          <ac:chgData name="최지훈(산업경영공학과)" userId="f10e4a28-cc96-4aa6-a477-606261d4ea34" providerId="ADAL" clId="{E1BDFF36-D31A-4435-9114-39F6A8210863}" dt="2026-05-29T10:13:54.346" v="11379" actId="20577"/>
          <ac:spMkLst>
            <pc:docMk/>
            <pc:sldMk cId="3417301113" sldId="647"/>
            <ac:spMk id="8" creationId="{07BA6226-CE0E-FF0E-96E4-AB4E02CDC94A}"/>
          </ac:spMkLst>
        </pc:spChg>
        <pc:spChg chg="del">
          <ac:chgData name="최지훈(산업경영공학과)" userId="f10e4a28-cc96-4aa6-a477-606261d4ea34" providerId="ADAL" clId="{E1BDFF36-D31A-4435-9114-39F6A8210863}" dt="2026-05-29T10:13:17.254" v="11191" actId="478"/>
          <ac:spMkLst>
            <pc:docMk/>
            <pc:sldMk cId="3417301113" sldId="647"/>
            <ac:spMk id="10" creationId="{BB7CE44B-2139-1138-08DB-89F367B500B1}"/>
          </ac:spMkLst>
        </pc:spChg>
        <pc:picChg chg="del">
          <ac:chgData name="최지훈(산업경영공학과)" userId="f10e4a28-cc96-4aa6-a477-606261d4ea34" providerId="ADAL" clId="{E1BDFF36-D31A-4435-9114-39F6A8210863}" dt="2026-05-29T10:13:17.254" v="11191" actId="478"/>
          <ac:picMkLst>
            <pc:docMk/>
            <pc:sldMk cId="3417301113" sldId="647"/>
            <ac:picMk id="5" creationId="{5DCC5223-96A7-5F0E-2E2D-D1E7EE94A0E6}"/>
          </ac:picMkLst>
        </pc:picChg>
        <pc:picChg chg="add mod">
          <ac:chgData name="최지훈(산업경영공학과)" userId="f10e4a28-cc96-4aa6-a477-606261d4ea34" providerId="ADAL" clId="{E1BDFF36-D31A-4435-9114-39F6A8210863}" dt="2026-05-29T10:13:28.977" v="11193" actId="1076"/>
          <ac:picMkLst>
            <pc:docMk/>
            <pc:sldMk cId="3417301113" sldId="647"/>
            <ac:picMk id="12" creationId="{FFD004D1-316E-FBCE-EB73-A63CB3A14AB5}"/>
          </ac:picMkLst>
        </pc:picChg>
        <pc:cxnChg chg="del">
          <ac:chgData name="최지훈(산업경영공학과)" userId="f10e4a28-cc96-4aa6-a477-606261d4ea34" providerId="ADAL" clId="{E1BDFF36-D31A-4435-9114-39F6A8210863}" dt="2026-05-29T10:13:17.254" v="11191" actId="478"/>
          <ac:cxnSpMkLst>
            <pc:docMk/>
            <pc:sldMk cId="3417301113" sldId="647"/>
            <ac:cxnSpMk id="9" creationId="{4451E28D-5C3B-6D5C-47B8-46CCAA4567FF}"/>
          </ac:cxnSpMkLst>
        </pc:cxnChg>
      </pc:sldChg>
      <pc:sldChg chg="addSp delSp modSp add mod">
        <pc:chgData name="최지훈(산업경영공학과)" userId="f10e4a28-cc96-4aa6-a477-606261d4ea34" providerId="ADAL" clId="{E1BDFF36-D31A-4435-9114-39F6A8210863}" dt="2026-05-29T10:15:58.912" v="11406"/>
        <pc:sldMkLst>
          <pc:docMk/>
          <pc:sldMk cId="4013523141" sldId="648"/>
        </pc:sldMkLst>
        <pc:spChg chg="mod">
          <ac:chgData name="최지훈(산업경영공학과)" userId="f10e4a28-cc96-4aa6-a477-606261d4ea34" providerId="ADAL" clId="{E1BDFF36-D31A-4435-9114-39F6A8210863}" dt="2026-05-29T10:15:58.912" v="11406"/>
          <ac:spMkLst>
            <pc:docMk/>
            <pc:sldMk cId="4013523141" sldId="648"/>
            <ac:spMk id="2" creationId="{4B1D9BEF-2EEF-DF84-B762-EC09596F0A23}"/>
          </ac:spMkLst>
        </pc:spChg>
        <pc:picChg chg="add mod">
          <ac:chgData name="최지훈(산업경영공학과)" userId="f10e4a28-cc96-4aa6-a477-606261d4ea34" providerId="ADAL" clId="{E1BDFF36-D31A-4435-9114-39F6A8210863}" dt="2026-05-29T10:14:20.922" v="11385" actId="1076"/>
          <ac:picMkLst>
            <pc:docMk/>
            <pc:sldMk cId="4013523141" sldId="648"/>
            <ac:picMk id="5" creationId="{56313FD3-03F1-D4C8-8539-616E3303238F}"/>
          </ac:picMkLst>
        </pc:picChg>
        <pc:picChg chg="del">
          <ac:chgData name="최지훈(산업경영공학과)" userId="f10e4a28-cc96-4aa6-a477-606261d4ea34" providerId="ADAL" clId="{E1BDFF36-D31A-4435-9114-39F6A8210863}" dt="2026-05-29T10:14:08.659" v="11381" actId="478"/>
          <ac:picMkLst>
            <pc:docMk/>
            <pc:sldMk cId="4013523141" sldId="648"/>
            <ac:picMk id="12" creationId="{E3CEB974-47F3-20DD-DA2C-FCBC5713F9A9}"/>
          </ac:picMkLst>
        </pc:picChg>
      </pc:sldChg>
      <pc:sldChg chg="modSp add mod">
        <pc:chgData name="최지훈(산업경영공학과)" userId="f10e4a28-cc96-4aa6-a477-606261d4ea34" providerId="ADAL" clId="{E1BDFF36-D31A-4435-9114-39F6A8210863}" dt="2026-05-29T10:16:37.904" v="11654" actId="20577"/>
        <pc:sldMkLst>
          <pc:docMk/>
          <pc:sldMk cId="2936253357" sldId="649"/>
        </pc:sldMkLst>
        <pc:spChg chg="mod">
          <ac:chgData name="최지훈(산업경영공학과)" userId="f10e4a28-cc96-4aa6-a477-606261d4ea34" providerId="ADAL" clId="{E1BDFF36-D31A-4435-9114-39F6A8210863}" dt="2026-05-29T10:16:00.827" v="11407"/>
          <ac:spMkLst>
            <pc:docMk/>
            <pc:sldMk cId="2936253357" sldId="649"/>
            <ac:spMk id="2" creationId="{25AC6095-9F13-B339-E834-AF6979D74B78}"/>
          </ac:spMkLst>
        </pc:spChg>
        <pc:spChg chg="mod">
          <ac:chgData name="최지훈(산업경영공학과)" userId="f10e4a28-cc96-4aa6-a477-606261d4ea34" providerId="ADAL" clId="{E1BDFF36-D31A-4435-9114-39F6A8210863}" dt="2026-05-29T10:16:37.904" v="11654" actId="20577"/>
          <ac:spMkLst>
            <pc:docMk/>
            <pc:sldMk cId="2936253357" sldId="649"/>
            <ac:spMk id="8" creationId="{B407829D-A8E2-9EE7-5B00-DF8FD64C43FC}"/>
          </ac:spMkLst>
        </pc:spChg>
        <pc:picChg chg="mod">
          <ac:chgData name="최지훈(산업경영공학과)" userId="f10e4a28-cc96-4aa6-a477-606261d4ea34" providerId="ADAL" clId="{E1BDFF36-D31A-4435-9114-39F6A8210863}" dt="2026-05-29T10:16:06.783" v="11410" actId="1076"/>
          <ac:picMkLst>
            <pc:docMk/>
            <pc:sldMk cId="2936253357" sldId="649"/>
            <ac:picMk id="5" creationId="{DEC43F2B-2C75-F7A0-7E3C-2E9C7FF4FDF7}"/>
          </ac:picMkLst>
        </pc:picChg>
      </pc:sldChg>
      <pc:sldChg chg="addSp delSp modSp add mod">
        <pc:chgData name="최지훈(산업경영공학과)" userId="f10e4a28-cc96-4aa6-a477-606261d4ea34" providerId="ADAL" clId="{E1BDFF36-D31A-4435-9114-39F6A8210863}" dt="2026-05-29T10:24:33.894" v="12376" actId="20577"/>
        <pc:sldMkLst>
          <pc:docMk/>
          <pc:sldMk cId="2346387412" sldId="650"/>
        </pc:sldMkLst>
        <pc:spChg chg="mod">
          <ac:chgData name="최지훈(산업경영공학과)" userId="f10e4a28-cc96-4aa6-a477-606261d4ea34" providerId="ADAL" clId="{E1BDFF36-D31A-4435-9114-39F6A8210863}" dt="2026-05-29T10:17:19.618" v="11694" actId="20577"/>
          <ac:spMkLst>
            <pc:docMk/>
            <pc:sldMk cId="2346387412" sldId="650"/>
            <ac:spMk id="2" creationId="{EB99DF7C-44F5-235E-C8E1-833F0DAA6F52}"/>
          </ac:spMkLst>
        </pc:spChg>
        <pc:spChg chg="mod">
          <ac:chgData name="최지훈(산업경영공학과)" userId="f10e4a28-cc96-4aa6-a477-606261d4ea34" providerId="ADAL" clId="{E1BDFF36-D31A-4435-9114-39F6A8210863}" dt="2026-05-29T10:24:33.894" v="12376" actId="20577"/>
          <ac:spMkLst>
            <pc:docMk/>
            <pc:sldMk cId="2346387412" sldId="650"/>
            <ac:spMk id="4" creationId="{8732DA87-7E8C-1098-0489-ECF332928F88}"/>
          </ac:spMkLst>
        </pc:spChg>
        <pc:spChg chg="mod">
          <ac:chgData name="최지훈(산업경영공학과)" userId="f10e4a28-cc96-4aa6-a477-606261d4ea34" providerId="ADAL" clId="{E1BDFF36-D31A-4435-9114-39F6A8210863}" dt="2026-05-29T10:19:02.435" v="11785" actId="20577"/>
          <ac:spMkLst>
            <pc:docMk/>
            <pc:sldMk cId="2346387412" sldId="650"/>
            <ac:spMk id="8" creationId="{CDCA5671-24F4-4AA7-0E11-C13BC90860B9}"/>
          </ac:spMkLst>
        </pc:spChg>
        <pc:picChg chg="del">
          <ac:chgData name="최지훈(산업경영공학과)" userId="f10e4a28-cc96-4aa6-a477-606261d4ea34" providerId="ADAL" clId="{E1BDFF36-D31A-4435-9114-39F6A8210863}" dt="2026-05-29T10:17:33.909" v="11696" actId="478"/>
          <ac:picMkLst>
            <pc:docMk/>
            <pc:sldMk cId="2346387412" sldId="650"/>
            <ac:picMk id="5" creationId="{BB0328B3-C2F0-083F-10A7-9FA634787B28}"/>
          </ac:picMkLst>
        </pc:picChg>
        <pc:picChg chg="add mod">
          <ac:chgData name="최지훈(산업경영공학과)" userId="f10e4a28-cc96-4aa6-a477-606261d4ea34" providerId="ADAL" clId="{E1BDFF36-D31A-4435-9114-39F6A8210863}" dt="2026-05-29T10:17:37.849" v="11701" actId="1076"/>
          <ac:picMkLst>
            <pc:docMk/>
            <pc:sldMk cId="2346387412" sldId="650"/>
            <ac:picMk id="6" creationId="{3E4A5FB9-F414-BFFE-39D5-D1B065AD1CE2}"/>
          </ac:picMkLst>
        </pc:picChg>
        <pc:picChg chg="add del mod">
          <ac:chgData name="최지훈(산업경영공학과)" userId="f10e4a28-cc96-4aa6-a477-606261d4ea34" providerId="ADAL" clId="{E1BDFF36-D31A-4435-9114-39F6A8210863}" dt="2026-05-29T10:17:57.495" v="11706" actId="478"/>
          <ac:picMkLst>
            <pc:docMk/>
            <pc:sldMk cId="2346387412" sldId="650"/>
            <ac:picMk id="9" creationId="{6A8A224E-AE88-E92B-55BA-5373391303A2}"/>
          </ac:picMkLst>
        </pc:picChg>
        <pc:picChg chg="add mod">
          <ac:chgData name="최지훈(산업경영공학과)" userId="f10e4a28-cc96-4aa6-a477-606261d4ea34" providerId="ADAL" clId="{E1BDFF36-D31A-4435-9114-39F6A8210863}" dt="2026-05-29T10:18:12.776" v="11710" actId="1076"/>
          <ac:picMkLst>
            <pc:docMk/>
            <pc:sldMk cId="2346387412" sldId="650"/>
            <ac:picMk id="11" creationId="{8CD00B60-83B8-79AC-AE5C-E464F09DEB90}"/>
          </ac:picMkLst>
        </pc:picChg>
      </pc:sldChg>
      <pc:sldChg chg="addSp delSp modSp add mod">
        <pc:chgData name="최지훈(산업경영공학과)" userId="f10e4a28-cc96-4aa6-a477-606261d4ea34" providerId="ADAL" clId="{E1BDFF36-D31A-4435-9114-39F6A8210863}" dt="2026-05-29T10:24:39.175" v="12402" actId="20577"/>
        <pc:sldMkLst>
          <pc:docMk/>
          <pc:sldMk cId="2303838700" sldId="651"/>
        </pc:sldMkLst>
        <pc:spChg chg="mod">
          <ac:chgData name="최지훈(산업경영공학과)" userId="f10e4a28-cc96-4aa6-a477-606261d4ea34" providerId="ADAL" clId="{E1BDFF36-D31A-4435-9114-39F6A8210863}" dt="2026-05-29T10:19:50.545" v="11818" actId="20577"/>
          <ac:spMkLst>
            <pc:docMk/>
            <pc:sldMk cId="2303838700" sldId="651"/>
            <ac:spMk id="2" creationId="{9E4CC6A3-B0F1-437B-0546-4683962E2C03}"/>
          </ac:spMkLst>
        </pc:spChg>
        <pc:spChg chg="mod">
          <ac:chgData name="최지훈(산업경영공학과)" userId="f10e4a28-cc96-4aa6-a477-606261d4ea34" providerId="ADAL" clId="{E1BDFF36-D31A-4435-9114-39F6A8210863}" dt="2026-05-29T10:24:39.175" v="12402" actId="20577"/>
          <ac:spMkLst>
            <pc:docMk/>
            <pc:sldMk cId="2303838700" sldId="651"/>
            <ac:spMk id="4" creationId="{DBF36C00-96F2-5446-6F51-773CBAAAABF7}"/>
          </ac:spMkLst>
        </pc:spChg>
        <pc:spChg chg="mod">
          <ac:chgData name="최지훈(산업경영공학과)" userId="f10e4a28-cc96-4aa6-a477-606261d4ea34" providerId="ADAL" clId="{E1BDFF36-D31A-4435-9114-39F6A8210863}" dt="2026-05-29T10:24:03.096" v="12355" actId="20577"/>
          <ac:spMkLst>
            <pc:docMk/>
            <pc:sldMk cId="2303838700" sldId="651"/>
            <ac:spMk id="8" creationId="{F29C24B1-4FB9-7208-A106-056FC26BF545}"/>
          </ac:spMkLst>
        </pc:spChg>
        <pc:picChg chg="add mod">
          <ac:chgData name="최지훈(산업경영공학과)" userId="f10e4a28-cc96-4aa6-a477-606261d4ea34" providerId="ADAL" clId="{E1BDFF36-D31A-4435-9114-39F6A8210863}" dt="2026-05-29T10:22:34.779" v="12293" actId="1076"/>
          <ac:picMkLst>
            <pc:docMk/>
            <pc:sldMk cId="2303838700" sldId="651"/>
            <ac:picMk id="3" creationId="{60E2B7EC-BFB0-F648-86DA-32A5A4749120}"/>
          </ac:picMkLst>
        </pc:picChg>
        <pc:picChg chg="del">
          <ac:chgData name="최지훈(산업경영공학과)" userId="f10e4a28-cc96-4aa6-a477-606261d4ea34" providerId="ADAL" clId="{E1BDFF36-D31A-4435-9114-39F6A8210863}" dt="2026-05-29T10:20:45.352" v="11819" actId="478"/>
          <ac:picMkLst>
            <pc:docMk/>
            <pc:sldMk cId="2303838700" sldId="651"/>
            <ac:picMk id="6" creationId="{0F2629FE-C088-3C58-4514-8C8E1CDAA9B1}"/>
          </ac:picMkLst>
        </pc:picChg>
        <pc:picChg chg="mod">
          <ac:chgData name="최지훈(산업경영공학과)" userId="f10e4a28-cc96-4aa6-a477-606261d4ea34" providerId="ADAL" clId="{E1BDFF36-D31A-4435-9114-39F6A8210863}" dt="2026-05-29T10:22:01.846" v="12290" actId="1076"/>
          <ac:picMkLst>
            <pc:docMk/>
            <pc:sldMk cId="2303838700" sldId="651"/>
            <ac:picMk id="11" creationId="{42509D8E-844F-6FC9-7785-616AC9F02EC4}"/>
          </ac:picMkLst>
        </pc:picChg>
      </pc:sldChg>
      <pc:sldChg chg="addSp delSp add del mod">
        <pc:chgData name="최지훈(산업경영공학과)" userId="f10e4a28-cc96-4aa6-a477-606261d4ea34" providerId="ADAL" clId="{E1BDFF36-D31A-4435-9114-39F6A8210863}" dt="2026-05-29T10:40:13.020" v="12957" actId="47"/>
        <pc:sldMkLst>
          <pc:docMk/>
          <pc:sldMk cId="2522629574" sldId="652"/>
        </pc:sldMkLst>
        <pc:picChg chg="add del">
          <ac:chgData name="최지훈(산업경영공학과)" userId="f10e4a28-cc96-4aa6-a477-606261d4ea34" providerId="ADAL" clId="{E1BDFF36-D31A-4435-9114-39F6A8210863}" dt="2026-05-29T10:33:46.879" v="12489" actId="478"/>
          <ac:picMkLst>
            <pc:docMk/>
            <pc:sldMk cId="2522629574" sldId="652"/>
            <ac:picMk id="3" creationId="{EEE06622-08A4-871C-5CAA-E8E04BB9534C}"/>
          </ac:picMkLst>
        </pc:picChg>
      </pc:sldChg>
      <pc:sldChg chg="addSp delSp modSp add mod">
        <pc:chgData name="최지훈(산업경영공학과)" userId="f10e4a28-cc96-4aa6-a477-606261d4ea34" providerId="ADAL" clId="{E1BDFF36-D31A-4435-9114-39F6A8210863}" dt="2026-05-29T10:40:08.674" v="12956" actId="20577"/>
        <pc:sldMkLst>
          <pc:docMk/>
          <pc:sldMk cId="3970887189" sldId="653"/>
        </pc:sldMkLst>
        <pc:spChg chg="mod">
          <ac:chgData name="최지훈(산업경영공학과)" userId="f10e4a28-cc96-4aa6-a477-606261d4ea34" providerId="ADAL" clId="{E1BDFF36-D31A-4435-9114-39F6A8210863}" dt="2026-05-29T10:40:08.674" v="12956" actId="20577"/>
          <ac:spMkLst>
            <pc:docMk/>
            <pc:sldMk cId="3970887189" sldId="653"/>
            <ac:spMk id="2" creationId="{5A4DC277-CCAC-01E2-67E0-9279E0245519}"/>
          </ac:spMkLst>
        </pc:spChg>
        <pc:spChg chg="mod">
          <ac:chgData name="최지훈(산업경영공학과)" userId="f10e4a28-cc96-4aa6-a477-606261d4ea34" providerId="ADAL" clId="{E1BDFF36-D31A-4435-9114-39F6A8210863}" dt="2026-05-29T10:35:25.442" v="12866" actId="20577"/>
          <ac:spMkLst>
            <pc:docMk/>
            <pc:sldMk cId="3970887189" sldId="653"/>
            <ac:spMk id="8" creationId="{15B66479-095A-7636-0813-B1A5D493A529}"/>
          </ac:spMkLst>
        </pc:spChg>
        <pc:spChg chg="add mod">
          <ac:chgData name="최지훈(산업경영공학과)" userId="f10e4a28-cc96-4aa6-a477-606261d4ea34" providerId="ADAL" clId="{E1BDFF36-D31A-4435-9114-39F6A8210863}" dt="2026-05-29T10:39:45.985" v="12906" actId="1076"/>
          <ac:spMkLst>
            <pc:docMk/>
            <pc:sldMk cId="3970887189" sldId="653"/>
            <ac:spMk id="13" creationId="{7F17699D-77DE-F715-FEF1-597C51A4EF98}"/>
          </ac:spMkLst>
        </pc:spChg>
        <pc:picChg chg="del">
          <ac:chgData name="최지훈(산업경영공학과)" userId="f10e4a28-cc96-4aa6-a477-606261d4ea34" providerId="ADAL" clId="{E1BDFF36-D31A-4435-9114-39F6A8210863}" dt="2026-05-29T10:34:49.580" v="12627" actId="478"/>
          <ac:picMkLst>
            <pc:docMk/>
            <pc:sldMk cId="3970887189" sldId="653"/>
            <ac:picMk id="3" creationId="{FF552264-CF14-A007-A210-90BF5719FE99}"/>
          </ac:picMkLst>
        </pc:picChg>
        <pc:picChg chg="add mod">
          <ac:chgData name="최지훈(산업경영공학과)" userId="f10e4a28-cc96-4aa6-a477-606261d4ea34" providerId="ADAL" clId="{E1BDFF36-D31A-4435-9114-39F6A8210863}" dt="2026-05-29T10:39:25.170" v="12889" actId="1076"/>
          <ac:picMkLst>
            <pc:docMk/>
            <pc:sldMk cId="3970887189" sldId="653"/>
            <ac:picMk id="6" creationId="{15C45BF0-73C2-FF78-B095-462FF404DC66}"/>
          </ac:picMkLst>
        </pc:picChg>
        <pc:picChg chg="add del mod">
          <ac:chgData name="최지훈(산업경영공학과)" userId="f10e4a28-cc96-4aa6-a477-606261d4ea34" providerId="ADAL" clId="{E1BDFF36-D31A-4435-9114-39F6A8210863}" dt="2026-05-29T10:39:12.041" v="12882" actId="478"/>
          <ac:picMkLst>
            <pc:docMk/>
            <pc:sldMk cId="3970887189" sldId="653"/>
            <ac:picMk id="9" creationId="{14CF7691-6277-EA8F-ECA4-DB316D03A877}"/>
          </ac:picMkLst>
        </pc:picChg>
        <pc:picChg chg="del">
          <ac:chgData name="최지훈(산업경영공학과)" userId="f10e4a28-cc96-4aa6-a477-606261d4ea34" providerId="ADAL" clId="{E1BDFF36-D31A-4435-9114-39F6A8210863}" dt="2026-05-29T10:34:50.305" v="12628" actId="478"/>
          <ac:picMkLst>
            <pc:docMk/>
            <pc:sldMk cId="3970887189" sldId="653"/>
            <ac:picMk id="11" creationId="{6073A045-28A7-51F3-4BCB-AC34DF77F385}"/>
          </ac:picMkLst>
        </pc:picChg>
        <pc:picChg chg="add mod modCrop">
          <ac:chgData name="최지훈(산업경영공학과)" userId="f10e4a28-cc96-4aa6-a477-606261d4ea34" providerId="ADAL" clId="{E1BDFF36-D31A-4435-9114-39F6A8210863}" dt="2026-05-29T10:39:22.933" v="12888" actId="1076"/>
          <ac:picMkLst>
            <pc:docMk/>
            <pc:sldMk cId="3970887189" sldId="653"/>
            <ac:picMk id="12" creationId="{7748231C-3714-F0D8-E609-52977CC845D2}"/>
          </ac:picMkLst>
        </pc:picChg>
      </pc:sldChg>
      <pc:sldChg chg="addSp delSp modSp add mod">
        <pc:chgData name="최지훈(산업경영공학과)" userId="f10e4a28-cc96-4aa6-a477-606261d4ea34" providerId="ADAL" clId="{E1BDFF36-D31A-4435-9114-39F6A8210863}" dt="2026-05-29T10:41:07.907" v="13089" actId="20577"/>
        <pc:sldMkLst>
          <pc:docMk/>
          <pc:sldMk cId="750073928" sldId="654"/>
        </pc:sldMkLst>
        <pc:spChg chg="add del">
          <ac:chgData name="최지훈(산업경영공학과)" userId="f10e4a28-cc96-4aa6-a477-606261d4ea34" providerId="ADAL" clId="{E1BDFF36-D31A-4435-9114-39F6A8210863}" dt="2026-05-29T10:40:34.296" v="12965" actId="478"/>
          <ac:spMkLst>
            <pc:docMk/>
            <pc:sldMk cId="750073928" sldId="654"/>
            <ac:spMk id="6" creationId="{C42C5FD0-8282-D861-8CBF-726A4046C939}"/>
          </ac:spMkLst>
        </pc:spChg>
        <pc:spChg chg="mod">
          <ac:chgData name="최지훈(산업경영공학과)" userId="f10e4a28-cc96-4aa6-a477-606261d4ea34" providerId="ADAL" clId="{E1BDFF36-D31A-4435-9114-39F6A8210863}" dt="2026-05-29T10:41:07.907" v="13089" actId="20577"/>
          <ac:spMkLst>
            <pc:docMk/>
            <pc:sldMk cId="750073928" sldId="654"/>
            <ac:spMk id="8" creationId="{B820AFD2-B644-82E6-E3BC-30054A9BE745}"/>
          </ac:spMkLst>
        </pc:spChg>
        <pc:picChg chg="del">
          <ac:chgData name="최지훈(산업경영공학과)" userId="f10e4a28-cc96-4aa6-a477-606261d4ea34" providerId="ADAL" clId="{E1BDFF36-D31A-4435-9114-39F6A8210863}" dt="2026-05-29T10:40:19.425" v="12959" actId="478"/>
          <ac:picMkLst>
            <pc:docMk/>
            <pc:sldMk cId="750073928" sldId="654"/>
            <ac:picMk id="3" creationId="{D3DF9C3D-9FD3-7E1D-8978-F1457284397D}"/>
          </ac:picMkLst>
        </pc:picChg>
        <pc:picChg chg="add mod">
          <ac:chgData name="최지훈(산업경영공학과)" userId="f10e4a28-cc96-4aa6-a477-606261d4ea34" providerId="ADAL" clId="{E1BDFF36-D31A-4435-9114-39F6A8210863}" dt="2026-05-29T10:41:00.296" v="13009" actId="1076"/>
          <ac:picMkLst>
            <pc:docMk/>
            <pc:sldMk cId="750073928" sldId="654"/>
            <ac:picMk id="9" creationId="{8A7252B5-CA21-ED29-6173-F972EA9A18F5}"/>
          </ac:picMkLst>
        </pc:picChg>
        <pc:picChg chg="del">
          <ac:chgData name="최지훈(산업경영공학과)" userId="f10e4a28-cc96-4aa6-a477-606261d4ea34" providerId="ADAL" clId="{E1BDFF36-D31A-4435-9114-39F6A8210863}" dt="2026-05-29T10:40:20.140" v="12960" actId="478"/>
          <ac:picMkLst>
            <pc:docMk/>
            <pc:sldMk cId="750073928" sldId="654"/>
            <ac:picMk id="11" creationId="{4AC39C2D-054D-C9C5-BD8D-967FE4CF0DA4}"/>
          </ac:picMkLst>
        </pc:picChg>
      </pc:sldChg>
      <pc:sldChg chg="addSp delSp modSp add del mod">
        <pc:chgData name="최지훈(산업경영공학과)" userId="f10e4a28-cc96-4aa6-a477-606261d4ea34" providerId="ADAL" clId="{E1BDFF36-D31A-4435-9114-39F6A8210863}" dt="2026-05-29T10:53:55.594" v="13276" actId="47"/>
        <pc:sldMkLst>
          <pc:docMk/>
          <pc:sldMk cId="1253496120" sldId="655"/>
        </pc:sldMkLst>
        <pc:spChg chg="add del mod">
          <ac:chgData name="최지훈(산업경영공학과)" userId="f10e4a28-cc96-4aa6-a477-606261d4ea34" providerId="ADAL" clId="{E1BDFF36-D31A-4435-9114-39F6A8210863}" dt="2026-05-29T10:53:15.625" v="13258" actId="478"/>
          <ac:spMkLst>
            <pc:docMk/>
            <pc:sldMk cId="1253496120" sldId="655"/>
            <ac:spMk id="5" creationId="{66DB82A5-53DC-CA0E-FFD2-AF8BB0083514}"/>
          </ac:spMkLst>
        </pc:spChg>
        <pc:spChg chg="mod">
          <ac:chgData name="최지훈(산업경영공학과)" userId="f10e4a28-cc96-4aa6-a477-606261d4ea34" providerId="ADAL" clId="{E1BDFF36-D31A-4435-9114-39F6A8210863}" dt="2026-05-29T10:53:18.413" v="13260" actId="20577"/>
          <ac:spMkLst>
            <pc:docMk/>
            <pc:sldMk cId="1253496120" sldId="655"/>
            <ac:spMk id="7" creationId="{FC751B9A-30DF-97DC-50B1-9153D7EB2F10}"/>
          </ac:spMkLst>
        </pc:spChg>
        <pc:picChg chg="del">
          <ac:chgData name="최지훈(산업경영공학과)" userId="f10e4a28-cc96-4aa6-a477-606261d4ea34" providerId="ADAL" clId="{E1BDFF36-D31A-4435-9114-39F6A8210863}" dt="2026-05-29T10:53:13.726" v="13257" actId="478"/>
          <ac:picMkLst>
            <pc:docMk/>
            <pc:sldMk cId="1253496120" sldId="655"/>
            <ac:picMk id="6" creationId="{B19ED5FB-C156-698F-DE9C-ADB63106DF6C}"/>
          </ac:picMkLst>
        </pc:picChg>
        <pc:picChg chg="del">
          <ac:chgData name="최지훈(산업경영공학과)" userId="f10e4a28-cc96-4aa6-a477-606261d4ea34" providerId="ADAL" clId="{E1BDFF36-D31A-4435-9114-39F6A8210863}" dt="2026-05-29T10:53:16.094" v="13259" actId="478"/>
          <ac:picMkLst>
            <pc:docMk/>
            <pc:sldMk cId="1253496120" sldId="655"/>
            <ac:picMk id="9" creationId="{84151B70-91C7-B17B-8C62-F4E4D2C3D743}"/>
          </ac:picMkLst>
        </pc:picChg>
        <pc:picChg chg="add del mod">
          <ac:chgData name="최지훈(산업경영공학과)" userId="f10e4a28-cc96-4aa6-a477-606261d4ea34" providerId="ADAL" clId="{E1BDFF36-D31A-4435-9114-39F6A8210863}" dt="2026-05-29T10:53:39.287" v="13275" actId="931"/>
          <ac:picMkLst>
            <pc:docMk/>
            <pc:sldMk cId="1253496120" sldId="655"/>
            <ac:picMk id="10" creationId="{860E65A1-57ED-C14C-47AF-E7005E8D2D18}"/>
          </ac:picMkLst>
        </pc:picChg>
        <pc:picChg chg="add del mod">
          <ac:chgData name="최지훈(산업경영공학과)" userId="f10e4a28-cc96-4aa6-a477-606261d4ea34" providerId="ADAL" clId="{E1BDFF36-D31A-4435-9114-39F6A8210863}" dt="2026-05-29T10:53:38.941" v="13274" actId="931"/>
          <ac:picMkLst>
            <pc:docMk/>
            <pc:sldMk cId="1253496120" sldId="655"/>
            <ac:picMk id="12" creationId="{E9BCF2C5-8C97-E3E2-C5E4-C352BFEB305F}"/>
          </ac:picMkLst>
        </pc:picChg>
        <pc:picChg chg="add del mod">
          <ac:chgData name="최지훈(산업경영공학과)" userId="f10e4a28-cc96-4aa6-a477-606261d4ea34" providerId="ADAL" clId="{E1BDFF36-D31A-4435-9114-39F6A8210863}" dt="2026-05-29T10:53:38.600" v="13273" actId="931"/>
          <ac:picMkLst>
            <pc:docMk/>
            <pc:sldMk cId="1253496120" sldId="655"/>
            <ac:picMk id="14" creationId="{29D6D81B-ED56-D044-00B9-2F5E1473FE6E}"/>
          </ac:picMkLst>
        </pc:picChg>
        <pc:picChg chg="add del mod">
          <ac:chgData name="최지훈(산업경영공학과)" userId="f10e4a28-cc96-4aa6-a477-606261d4ea34" providerId="ADAL" clId="{E1BDFF36-D31A-4435-9114-39F6A8210863}" dt="2026-05-29T10:53:38.377" v="13272" actId="931"/>
          <ac:picMkLst>
            <pc:docMk/>
            <pc:sldMk cId="1253496120" sldId="655"/>
            <ac:picMk id="16" creationId="{247D63A8-35C7-ADF9-70AE-2EAC135D3755}"/>
          </ac:picMkLst>
        </pc:picChg>
        <pc:picChg chg="add del mod">
          <ac:chgData name="최지훈(산업경영공학과)" userId="f10e4a28-cc96-4aa6-a477-606261d4ea34" providerId="ADAL" clId="{E1BDFF36-D31A-4435-9114-39F6A8210863}" dt="2026-05-29T10:53:38.221" v="13271" actId="931"/>
          <ac:picMkLst>
            <pc:docMk/>
            <pc:sldMk cId="1253496120" sldId="655"/>
            <ac:picMk id="18" creationId="{7E04CFE0-C1B5-633A-493E-7766F520F6F8}"/>
          </ac:picMkLst>
        </pc:picChg>
      </pc:sldChg>
      <pc:sldChg chg="add del">
        <pc:chgData name="최지훈(산업경영공학과)" userId="f10e4a28-cc96-4aa6-a477-606261d4ea34" providerId="ADAL" clId="{E1BDFF36-D31A-4435-9114-39F6A8210863}" dt="2026-05-29T10:53:06.559" v="13251" actId="47"/>
        <pc:sldMkLst>
          <pc:docMk/>
          <pc:sldMk cId="3279374234" sldId="6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0DB11-DDB6-D043-B91C-20C201D13B04}" type="datetimeFigureOut">
              <a:rPr kumimoji="1" lang="ko-KR" altLang="en-US" smtClean="0"/>
              <a:t>2026-05-29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0AF5E2-4161-F446-83EE-580812DD411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4147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11075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853FD-51CD-D742-0349-DDC72D4E5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067F55-A0A8-B25E-A1BD-A91714E91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3D86F9-737E-FFC0-81B2-23829579C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0CA7A8-73B2-7D5A-FFC3-D748D736D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5475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27F3C-B164-F218-C767-B042F0C8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C9F997-13F2-D9F8-F150-B5194CE43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D4B884-047A-F2D6-E06B-68448118A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D9D3E1-54C5-8094-B7C7-AEEBAF294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7366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763E-C205-DFF6-EC5A-C7FB639A3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8D0788-E4C6-37A6-4D64-ADDBDFDB9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3BF604-2403-9A49-5E71-3F11652D9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15FA66-C132-1AEE-5C1F-5C80814F0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55950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3A465-71B2-4924-3671-B211734E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405030-A3BE-19BD-7A8C-979954929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5F4973-C7FC-6C2A-0743-C19D384A3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63AEE-F5FF-69DC-D1F9-0654DD238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1574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9C44A-982A-457A-0460-57F4B07E6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4AF420-C75F-435F-0917-0821DB7B8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07B181-80B2-73AD-73FB-9BB47B9E6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888FA0-F29F-D2E7-DB7A-8B9D59D5A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7103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6F7A-990F-FA69-58C8-652A7484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BDC5B5-F58B-8579-161E-98989839A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7EF135-3BC3-7098-FC8E-8BA79A669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BBA15E-C036-0FCF-D17C-7423FE8A6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90527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A21A9-23D9-1F12-48E0-99947D1C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EFB500-17BB-A6E1-65F6-C6F6DDE18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1F2295-70BF-6990-4DEC-F35DF3C1A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43B845-45E8-FFF6-E698-3AE569282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9322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BDA59-B440-EF2E-6F29-85CB6BCD9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3BFB8D-DBDA-7C35-300A-849577033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F69A47-5523-C686-7C7A-9A5230E57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82309B-98CE-7319-C98D-420984204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2941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8A6F5-43D7-3D2A-B5C2-C4838BA84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376C7F-1CA9-3F55-DF6E-5B9DA33E6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2E065-BE56-2922-0993-478705C11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08EAFB-C390-09E3-7772-FF4BA84C2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80445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EEDD0-46D3-303C-6458-ECBE9CCC1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841832-3A68-82D4-8377-5702FD504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4B202B-1BFD-4430-FE83-D6BA58213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57F23B-2D50-15F8-8CD8-32F981D0B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8161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8FB0-5BA8-5231-4B9E-CF63DF92B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053FF8-8B81-9892-3F85-69F6FB74E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B50FB4-6918-5639-C22E-02FB05A4F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79A8FA-531B-0E3D-F14C-C087EA06B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6473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34C47-4B37-5A6D-0F03-39DA315D9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1CBBA2-0AD5-0B46-6A22-5B9027526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719C87-4570-9200-F97C-6AF5EBE46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51AAFA-632E-43D5-5965-C78C302B6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1973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C7B1E-F3E4-7872-F5A8-F1BF5EAF4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5886FE-E1C8-6B3C-267B-EEE7AAC3C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FD0634-2254-A1A3-1FBC-FDCC92137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0DC9E1-3996-89BB-FF07-EA34E5522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71058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16AD8-68E2-053A-BE51-1D2E2361A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60D464-B71C-1DEE-484B-0EF5F1483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50CF1E-775C-7C62-5C3A-947F98F93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008BB1-CF8D-F82C-4879-0D7517AB8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781674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67843-DAA7-74FC-8655-121E2896D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BD106D-673E-9F20-4460-932D982F7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6A5CC7-DC3E-89C4-2E14-5065D747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51C7E2-7D52-8BF5-CACF-9B87D6941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741446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B6E4E-73F7-F14F-DC4B-C25D244D8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419B29-48F3-3F18-8A3A-73C2916BA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7C8CBF-4820-7F7D-131B-2294B9651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089CA3-60C2-DAF7-6FE5-D84E75BDA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267143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D52C9-4E74-7561-9528-D8331C5A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084D1B-48EF-B20E-1376-AF2EF0CFC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F9F114-733F-4F84-7347-912444C5B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F1A8AE-2CA6-26F9-294B-8C592BB81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95670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C0C5F-7BE0-0DC0-E244-B1AA31D3E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EFD1BC-F96C-7A2A-0B05-2275BBD05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AC3039-BA7F-ECD0-DEA0-96BBFDDE7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0AB590-1154-E4CD-264F-05591B2D2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04309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77F6C-17C6-E48F-90FC-38F4CA37E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5FDFE3-2899-60C6-18D3-0FB62608B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01355D-3552-4A6B-9245-75515B781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60C2CF-5A58-12F7-F84E-3FAD654E8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29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44604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5BB26-4159-E3B7-A4D5-CF766D309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55FEE7-3BE8-320F-1149-FFFC00295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FA0214-A7D4-1B1F-0007-054F6D90F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A4832E-541B-C994-6A0A-EA7C0AB37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90888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D2A90-A87A-2402-F20A-E64B1A6DF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30929A-4648-355A-CBCF-BA295ED6C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C4CE34-CDF4-6B42-9290-DA45332B3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E96173-47EB-D445-3E12-78DAB5AFD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31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83163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7D0E3-C70A-7D01-53EE-38E96B2E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E1514-AE93-67F9-6E2F-7D04F84BE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776401-DE44-8495-1CBC-6E1B5A0CE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AF5440-C1A9-8A2B-85C1-3618A8F61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32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995522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EF759-5A69-5FB5-CFFF-EEB7E1DB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77FC2C-F5EA-9EAB-4511-84EFB55A2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C46330-3A11-9BF3-D6F3-9921E1A26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E0E00-70EB-DC71-1454-FA29FDAFD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33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86077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5647B-A257-E7C8-BFBC-C8D6DF1BA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08F560-B492-F25D-B5DC-EB661930E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D7EA96-B69D-0165-80AF-B93D4FFA5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5896D6-7832-5C51-1FC3-4506092BA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34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796682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9B526-C730-BB1C-FB95-C1A0930C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44D348-D251-D18D-C2AB-0663278EB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4B4225-424D-AA9C-EA2A-67612F01B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B4E339-C0D1-2167-4172-F2F865155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35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06501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4C848-3686-1464-ECE6-4704BC26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AB7F06-5DA9-826E-5220-67F8A843C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640CF1-AC1A-1420-6B7D-180A6B7A1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7F0EA4-7C14-55C9-30A7-444FC5909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36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24338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5900-77C9-E2A0-175B-15B7CB89B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A2B5E4-21FA-3064-12EA-1B5535B9D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8E1944-6D1E-7DAA-C7AB-C901216BB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A9EE3D-993B-8C41-6B11-CEAD039AF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37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63223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953DA-FDB7-CF23-FBE0-8B091C3B5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BC48CF-1B7A-24DC-7DCD-DCCB05F48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60EEA1-7CD5-2636-6F6C-101584548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95D438-7A5F-61AF-5A59-E2E18C10C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38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71246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D39D7-AC0D-BACA-6DFA-394DDDBD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DBCEB1-E9A7-2DC0-E1BB-795551A91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BF7702-DB51-F2B5-4667-F50469081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D4F587-41D3-10A5-5119-F7AE65F8C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39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762078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ACBE3-BFBC-94E8-5156-9AE1A85E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EF3313-5B90-A95B-95E1-BB7557DDA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F53741-2A34-1554-A09B-FBDC35203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41EB00-8E4B-7AA1-CEA7-62DCB2B0B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40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40990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45278-224E-CA72-95C2-4BFA96E31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7040F1-5891-1B4D-7209-2E9998242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97F7DF-6A34-AC04-859F-8CD46E1C4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92F677-8581-4EFB-8298-06950351C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0AF5E2-4161-F446-83EE-580812DD4116}" type="slidenum">
              <a:rPr kumimoji="1" lang="ko-KR" altLang="en-US" smtClean="0"/>
              <a:t>41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3631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EB40E-4650-403E-BBF3-61551C4CB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B2D60E-EE00-464D-BCFB-ED2BD6F81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42378F-1556-4C7C-A19E-E4E1EE59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ADE6D-7410-48BD-A9AE-50337DEC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507436-B24E-450D-89FE-D80D50CC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Google Shape;22;p30">
            <a:extLst>
              <a:ext uri="{FF2B5EF4-FFF2-40B4-BE49-F238E27FC236}">
                <a16:creationId xmlns:a16="http://schemas.microsoft.com/office/drawing/2014/main" id="{A8A5471C-D590-4030-B7EF-8E9A2E42842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57843" b="-3921"/>
          <a:stretch/>
        </p:blipFill>
        <p:spPr>
          <a:xfrm>
            <a:off x="285454" y="6440385"/>
            <a:ext cx="2138223" cy="334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950D0CB-A88E-462A-A149-5A69CF3745EA}"/>
              </a:ext>
            </a:extLst>
          </p:cNvPr>
          <p:cNvCxnSpPr>
            <a:cxnSpLocks/>
          </p:cNvCxnSpPr>
          <p:nvPr userDrawn="1"/>
        </p:nvCxnSpPr>
        <p:spPr>
          <a:xfrm>
            <a:off x="2423677" y="3505200"/>
            <a:ext cx="7387073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137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EB32F-F83F-4E77-87AB-0821FB729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FC1656-82C7-4B58-9C0B-E554495B4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>
            <a:lvl1pPr>
              <a:defRPr sz="2000">
                <a:latin typeface="+mj-lt"/>
                <a:ea typeface="+mj-ea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3D1D3-F815-4CBD-8448-566D78B40A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353" y="6356350"/>
            <a:ext cx="2979255" cy="365125"/>
          </a:xfrm>
        </p:spPr>
        <p:txBody>
          <a:bodyPr/>
          <a:lstStyle/>
          <a:p>
            <a:fld id="{FBB19087-E85B-4DE7-B113-D7871D001D51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4FE55F-174B-490E-9C38-5860EBF2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78331" y="6356350"/>
            <a:ext cx="4468881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32DB33-5B83-484A-BB2D-35443E73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3753" y="6356350"/>
            <a:ext cx="2979255" cy="365125"/>
          </a:xfrm>
        </p:spPr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5A464C2-D032-4D59-BFC5-89FE6705177F}"/>
              </a:ext>
            </a:extLst>
          </p:cNvPr>
          <p:cNvCxnSpPr>
            <a:cxnSpLocks/>
          </p:cNvCxnSpPr>
          <p:nvPr userDrawn="1"/>
        </p:nvCxnSpPr>
        <p:spPr>
          <a:xfrm>
            <a:off x="428625" y="1114425"/>
            <a:ext cx="114204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7018E3E-D858-48DC-8A0F-AB4299D33A53}"/>
              </a:ext>
            </a:extLst>
          </p:cNvPr>
          <p:cNvCxnSpPr>
            <a:cxnSpLocks/>
          </p:cNvCxnSpPr>
          <p:nvPr userDrawn="1"/>
        </p:nvCxnSpPr>
        <p:spPr>
          <a:xfrm>
            <a:off x="428625" y="565150"/>
            <a:ext cx="114204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D730510C-6144-41D9-AE64-9D3CCC278D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53402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D8DC2-7AF1-4E6B-BF01-07470EF1D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C7F7E6-53BA-4C7A-AA97-16CADC841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62A65C-E0F2-4605-AD5A-F222274A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5A9395-349E-43BE-8598-97FB1417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CCA1EA-E19C-4562-9FC2-15966C83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00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0DF8F-89A1-40AE-9226-6E91CF93D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65E825-7AE7-4CAF-9896-AD164F48C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6B8C12-0343-4D66-85A9-88B2F525C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45D902-7415-4AC8-A47F-DFD27BF7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E26A55-F482-4978-A932-92EC96DCD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F6C7BF-7BAB-49FC-AE6E-EE858B62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5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83D564-0126-4C87-8596-89B768772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62BF6F-2A12-4F98-ACD0-5A5FFAF4B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25A814-C77E-4784-9DF0-DCCDBC10A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75B6D9-FAED-48F3-9CFE-033360CD6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DE1AC1-67E6-46B0-AED9-16FEF32D3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304EF31-2818-4D26-A47B-8BF7F66D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F3B606-295C-48FA-A0D8-C0FDAACD7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08804C-35A0-42A1-912C-508EDA32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77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450EF-0C08-4980-A30D-4863F7F2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7343BA-BF8D-4237-BA45-9DB5E4AD9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15F597-3743-4A16-A8A5-3F696395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A6A3BD-814D-4022-8464-E6259E86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13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6D8069B-676B-4ACB-8C07-B10B5A0BA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D78AAE-7E17-4B85-B474-BAC39DE68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B76EEF-133B-4854-9AF3-4267447F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93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F9C398-A06E-46B4-B00F-A30C5D91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BB5FA0-389D-4C4D-93F9-9F7CD683A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3484AD-A7A0-44AF-AAA3-054082349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F9DAF4-7D68-4769-900F-A292A77D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761130-3057-40A9-95EA-66784F966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8211D6-5E47-43A5-8AF0-AB607A287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354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3B1AD-3D9F-415C-822A-648ABF99F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23ECE1-C6D5-45B0-85E7-B6977A894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FC48F4-886E-41F6-8912-EA687B383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C1ECA9-5900-4BD2-B25E-026E7984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C9E2BB-DABE-418A-8A0B-687B626FC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AD1B74-81B9-4E9E-ADED-5428C5C9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45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FE710-44A0-4476-8BDF-1DDB59B9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DB7803-9234-42DE-B006-4C40EF5A1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B4D68F-9D98-40F8-8675-0921C3E6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2AF999-AF83-46C4-9D42-FC4671E3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CBBC94-C64D-4E09-9922-29B59910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01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D6BB1A1-9FA0-4337-8433-24B6F7FF36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1C096E-42FF-4C57-B21C-D83011846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05A83C-D2A8-471B-996E-004BDC19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2DB4EF-465E-4518-9CED-85284FF8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57A925-204C-465F-AF28-D14FE1160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26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109ECA-23A6-4ED3-9340-FB282E5CC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252E0F-CC0B-43D7-B69D-3C820891F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4F558C-51F8-450B-8DCB-3DBF23F5A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19087-E85B-4DE7-B113-D7871D001D51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36E0C5-1A68-4E50-8051-750861C99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5F85E-620D-4AA8-905E-115AF434D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1" name="Google Shape;22;p30">
            <a:extLst>
              <a:ext uri="{FF2B5EF4-FFF2-40B4-BE49-F238E27FC236}">
                <a16:creationId xmlns:a16="http://schemas.microsoft.com/office/drawing/2014/main" id="{A0DA110C-A8D8-48D5-B31D-CD87C45039FC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 r="57843" b="-3921"/>
          <a:stretch/>
        </p:blipFill>
        <p:spPr>
          <a:xfrm>
            <a:off x="285454" y="6440385"/>
            <a:ext cx="2138223" cy="334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6760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04D85-3907-49C7-89ED-7C79C6E20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9296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Introduction to</a:t>
            </a:r>
            <a:br>
              <a:rPr lang="en-US" altLang="ko-KR" sz="3200" dirty="0"/>
            </a:br>
            <a:r>
              <a:rPr lang="en-US" altLang="ko-KR" sz="3200" dirty="0"/>
              <a:t>Natural Language Processing</a:t>
            </a:r>
            <a:endParaRPr lang="ko-KR" altLang="en-US" sz="3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B860F2-EFA1-4A59-A136-7D1F4B287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2058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Jihoon Choi</a:t>
            </a:r>
          </a:p>
          <a:p>
            <a:r>
              <a:rPr lang="en-US" altLang="ko-KR" sz="1800" dirty="0"/>
              <a:t>2026.05.29</a:t>
            </a:r>
            <a:endParaRPr lang="ko-KR" alt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46C29-DEA8-A1DA-7ABA-D335CD87BD87}"/>
              </a:ext>
            </a:extLst>
          </p:cNvPr>
          <p:cNvSpPr txBox="1"/>
          <p:nvPr/>
        </p:nvSpPr>
        <p:spPr>
          <a:xfrm>
            <a:off x="286327" y="6077527"/>
            <a:ext cx="52485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* This</a:t>
            </a:r>
            <a:r>
              <a:rPr lang="ko-KR" altLang="en-US" sz="1400" dirty="0"/>
              <a:t> </a:t>
            </a:r>
            <a:r>
              <a:rPr lang="en-US" altLang="ko-KR" sz="1400" dirty="0"/>
              <a:t>presentation is made based on Prof. Caren Han’s Lecture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70804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075BC6-48BB-B667-49E1-274B9144F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7F8DCE-BEEC-3B4A-699E-24D20DB89F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CE05B93-6756-45E1-A9DA-B5971D884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r>
              <a:rPr lang="en-US" altLang="ko-KR" dirty="0"/>
              <a:t>NLP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컴퓨터가 자연어를 이해하는 방법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GPT</a:t>
            </a:r>
            <a:r>
              <a:rPr lang="ko-KR" altLang="en-US" dirty="0"/>
              <a:t>와 </a:t>
            </a:r>
            <a:r>
              <a:rPr lang="en-US" altLang="ko-KR" dirty="0"/>
              <a:t>Attention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AI</a:t>
            </a:r>
            <a:r>
              <a:rPr lang="ko-KR" altLang="en-US" dirty="0"/>
              <a:t>윤리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22810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E09C0-AB53-EB84-25DA-96E56458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38C8F-3BBD-7908-EFF1-D0A579EB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NLP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D34373-A18F-F040-CB5A-91DA646026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altLang="ko-KR" dirty="0"/>
              <a:t>NLP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4C6FB9DB-C110-BD7F-FCAA-4EBC2BC6B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r>
              <a:rPr lang="en-US" altLang="ko-KR" dirty="0"/>
              <a:t>NLP (Natural Language Processing); </a:t>
            </a:r>
            <a:r>
              <a:rPr lang="ko-KR" altLang="en-US" dirty="0"/>
              <a:t>자연어처리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35EEDB0-3891-954C-AA46-4BFCF9F8BF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668"/>
          <a:stretch>
            <a:fillRect/>
          </a:stretch>
        </p:blipFill>
        <p:spPr>
          <a:xfrm>
            <a:off x="1306502" y="2050474"/>
            <a:ext cx="9578996" cy="1533236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28049F4-2CA9-A369-8CCB-420C322C1469}"/>
              </a:ext>
            </a:extLst>
          </p:cNvPr>
          <p:cNvCxnSpPr/>
          <p:nvPr/>
        </p:nvCxnSpPr>
        <p:spPr>
          <a:xfrm>
            <a:off x="3140364" y="3280355"/>
            <a:ext cx="8128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7BA5821-4DAD-D413-34EE-712388132864}"/>
              </a:ext>
            </a:extLst>
          </p:cNvPr>
          <p:cNvCxnSpPr>
            <a:cxnSpLocks/>
          </p:cNvCxnSpPr>
          <p:nvPr/>
        </p:nvCxnSpPr>
        <p:spPr>
          <a:xfrm>
            <a:off x="5001491" y="3280355"/>
            <a:ext cx="336665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688BB3-FDB7-4CC1-429E-307EC65F5F40}"/>
              </a:ext>
            </a:extLst>
          </p:cNvPr>
          <p:cNvSpPr txBox="1"/>
          <p:nvPr/>
        </p:nvSpPr>
        <p:spPr>
          <a:xfrm>
            <a:off x="428625" y="6061547"/>
            <a:ext cx="58993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IBM, “</a:t>
            </a:r>
            <a:r>
              <a:rPr lang="ko-KR" altLang="en-US" sz="900" dirty="0"/>
              <a:t>자연어 처리</a:t>
            </a:r>
            <a:r>
              <a:rPr lang="en-US" altLang="ko-KR" sz="900" dirty="0"/>
              <a:t>(NLP)</a:t>
            </a:r>
            <a:r>
              <a:rPr lang="ko-KR" altLang="en-US" sz="900" dirty="0"/>
              <a:t>란 무엇인가요</a:t>
            </a:r>
            <a:r>
              <a:rPr lang="en-US" altLang="ko-KR" sz="900" dirty="0"/>
              <a:t>?, https://www.ibm.com/kr-ko/think/topics/natural-language-processing</a:t>
            </a:r>
            <a:endParaRPr lang="ko-KR" altLang="en-US" sz="900" dirty="0"/>
          </a:p>
        </p:txBody>
      </p:sp>
      <p:pic>
        <p:nvPicPr>
          <p:cNvPr id="15" name="그림 14" descr="ChatGPT - 나무위키">
            <a:extLst>
              <a:ext uri="{FF2B5EF4-FFF2-40B4-BE49-F238E27FC236}">
                <a16:creationId xmlns:a16="http://schemas.microsoft.com/office/drawing/2014/main" id="{9DC7C092-2105-3222-79C0-BDBC67DA6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731" y="3658936"/>
            <a:ext cx="2133600" cy="2133600"/>
          </a:xfrm>
          <a:prstGeom prst="rect">
            <a:avLst/>
          </a:prstGeom>
        </p:spPr>
      </p:pic>
      <p:pic>
        <p:nvPicPr>
          <p:cNvPr id="16" name="그림 15" descr="Gemini(인공지능 모델) - 나무위키">
            <a:extLst>
              <a:ext uri="{FF2B5EF4-FFF2-40B4-BE49-F238E27FC236}">
                <a16:creationId xmlns:a16="http://schemas.microsoft.com/office/drawing/2014/main" id="{90ED2787-663A-F2A8-43B4-23AC500A5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437" y="3654174"/>
            <a:ext cx="2143125" cy="2143125"/>
          </a:xfrm>
          <a:prstGeom prst="rect">
            <a:avLst/>
          </a:prstGeom>
        </p:spPr>
      </p:pic>
      <p:pic>
        <p:nvPicPr>
          <p:cNvPr id="17" name="그림 16" descr="Claude - 나무위키">
            <a:extLst>
              <a:ext uri="{FF2B5EF4-FFF2-40B4-BE49-F238E27FC236}">
                <a16:creationId xmlns:a16="http://schemas.microsoft.com/office/drawing/2014/main" id="{337E4E1F-D8DE-F74C-8BB6-A3754B3D1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6768" y="364941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16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9E1D-7C26-3854-0BB0-4CF4BD9D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853E0-BF64-BF06-3968-86C10266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자연어 처리의 예시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81A17F-8FD5-E2BC-E13E-DE4EF8BEAC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altLang="ko-KR" dirty="0"/>
              <a:t>NLP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6309ED4-A3C5-8093-CF72-3628335F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D08D78B-A24B-D5F6-184E-299C895DE6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767"/>
          <a:stretch>
            <a:fillRect/>
          </a:stretch>
        </p:blipFill>
        <p:spPr>
          <a:xfrm>
            <a:off x="7212795" y="1299946"/>
            <a:ext cx="3671825" cy="234719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2539BBE-DC02-AAEF-AB70-850DC38C6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85" y="1633033"/>
            <a:ext cx="4364856" cy="201907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FF0FF57-3568-5C69-3FA5-37062661F2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227"/>
          <a:stretch>
            <a:fillRect/>
          </a:stretch>
        </p:blipFill>
        <p:spPr>
          <a:xfrm>
            <a:off x="7212795" y="4234109"/>
            <a:ext cx="3671826" cy="2279455"/>
          </a:xfrm>
          <a:prstGeom prst="rect">
            <a:avLst/>
          </a:prstGeom>
        </p:spPr>
      </p:pic>
      <p:pic>
        <p:nvPicPr>
          <p:cNvPr id="20" name="그림 19" descr="Siri - Apple (KR)">
            <a:extLst>
              <a:ext uri="{FF2B5EF4-FFF2-40B4-BE49-F238E27FC236}">
                <a16:creationId xmlns:a16="http://schemas.microsoft.com/office/drawing/2014/main" id="{69622A77-6BFC-6714-B24E-E0BB8C140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67" y="4529137"/>
            <a:ext cx="2952750" cy="1552575"/>
          </a:xfrm>
          <a:prstGeom prst="rect">
            <a:avLst/>
          </a:prstGeom>
        </p:spPr>
      </p:pic>
      <p:pic>
        <p:nvPicPr>
          <p:cNvPr id="21" name="그림 20" descr="삼성전자, 강력한 디바이스 에이전트로 진화한 '빅스비(Bixby)' 베타 프로그램 운영 – Samsung Newsroom Korea">
            <a:extLst>
              <a:ext uri="{FF2B5EF4-FFF2-40B4-BE49-F238E27FC236}">
                <a16:creationId xmlns:a16="http://schemas.microsoft.com/office/drawing/2014/main" id="{F4D68BB0-F04B-BC10-76A9-7369FCB3F0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5336" y="4433888"/>
            <a:ext cx="2619375" cy="1743075"/>
          </a:xfrm>
          <a:prstGeom prst="rect">
            <a:avLst/>
          </a:prstGeom>
        </p:spPr>
      </p:pic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3106F65-8898-427B-4514-68D65C54CB25}"/>
              </a:ext>
            </a:extLst>
          </p:cNvPr>
          <p:cNvCxnSpPr/>
          <p:nvPr/>
        </p:nvCxnSpPr>
        <p:spPr>
          <a:xfrm>
            <a:off x="6096000" y="1299946"/>
            <a:ext cx="0" cy="516550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1BB17C3-B366-111F-C96C-1F0BC8141037}"/>
              </a:ext>
            </a:extLst>
          </p:cNvPr>
          <p:cNvCxnSpPr>
            <a:cxnSpLocks/>
          </p:cNvCxnSpPr>
          <p:nvPr/>
        </p:nvCxnSpPr>
        <p:spPr>
          <a:xfrm flipV="1">
            <a:off x="563418" y="3934969"/>
            <a:ext cx="10559283" cy="1627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900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34F9D-4109-CF87-9EA7-EC2E4FD8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D80E3-D7CC-BDA8-D998-96B26AA06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자연어 처리의 과정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443B16-98DE-AC49-9527-804570CAA4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altLang="ko-KR" dirty="0"/>
              <a:t>NLP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4C5275B-7494-B1A0-07A0-240465458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7F14E38-3849-EB20-165B-A2BAD61598CD}"/>
              </a:ext>
            </a:extLst>
          </p:cNvPr>
          <p:cNvSpPr/>
          <p:nvPr/>
        </p:nvSpPr>
        <p:spPr>
          <a:xfrm>
            <a:off x="4130963" y="1914673"/>
            <a:ext cx="3930073" cy="29556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자연어 처리 모델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1F189E-ACAB-3E7D-BE8B-0E406A48891D}"/>
              </a:ext>
            </a:extLst>
          </p:cNvPr>
          <p:cNvSpPr txBox="1"/>
          <p:nvPr/>
        </p:nvSpPr>
        <p:spPr>
          <a:xfrm>
            <a:off x="1760387" y="3069322"/>
            <a:ext cx="1164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나는 배가</a:t>
            </a:r>
            <a:endParaRPr lang="en-US" altLang="ko-KR" dirty="0"/>
          </a:p>
          <a:p>
            <a:pPr algn="ctr"/>
            <a:r>
              <a:rPr lang="ko-KR" altLang="en-US" dirty="0"/>
              <a:t>고프다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E1C84B2-1A56-8E42-1CD5-120A35B4EAD6}"/>
              </a:ext>
            </a:extLst>
          </p:cNvPr>
          <p:cNvCxnSpPr/>
          <p:nvPr/>
        </p:nvCxnSpPr>
        <p:spPr>
          <a:xfrm>
            <a:off x="2990000" y="3392487"/>
            <a:ext cx="928801" cy="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2A9CAC6-F7CE-F2C2-A24F-74A43866A410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 flipV="1">
            <a:off x="8061036" y="3105835"/>
            <a:ext cx="1089261" cy="28665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F0669F6-661F-A00F-A752-4511B2FCFF05}"/>
              </a:ext>
            </a:extLst>
          </p:cNvPr>
          <p:cNvSpPr txBox="1"/>
          <p:nvPr/>
        </p:nvSpPr>
        <p:spPr>
          <a:xfrm>
            <a:off x="9476509" y="1963627"/>
            <a:ext cx="1529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구글 번역기</a:t>
            </a:r>
            <a:endParaRPr lang="en-US" altLang="ko-KR" b="1" dirty="0"/>
          </a:p>
          <a:p>
            <a:pPr algn="ctr"/>
            <a:r>
              <a:rPr lang="en-US" altLang="ko-KR" dirty="0"/>
              <a:t>I am hungry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EA3D3D-9993-C422-2D2A-BDB7C24B92CE}"/>
              </a:ext>
            </a:extLst>
          </p:cNvPr>
          <p:cNvSpPr txBox="1"/>
          <p:nvPr/>
        </p:nvSpPr>
        <p:spPr>
          <a:xfrm>
            <a:off x="9150297" y="2782669"/>
            <a:ext cx="2182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음성비서</a:t>
            </a:r>
            <a:endParaRPr lang="en-US" altLang="ko-KR" b="1" dirty="0"/>
          </a:p>
          <a:p>
            <a:pPr algn="ctr"/>
            <a:r>
              <a:rPr lang="ko-KR" altLang="en-US" dirty="0"/>
              <a:t>음식을 주문할까요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9F34C8-E35F-2731-8EB0-6916724D74DD}"/>
              </a:ext>
            </a:extLst>
          </p:cNvPr>
          <p:cNvSpPr txBox="1"/>
          <p:nvPr/>
        </p:nvSpPr>
        <p:spPr>
          <a:xfrm>
            <a:off x="9544636" y="3679031"/>
            <a:ext cx="1393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스팸 판독기</a:t>
            </a:r>
            <a:endParaRPr lang="en-US" altLang="ko-KR" b="1" dirty="0"/>
          </a:p>
          <a:p>
            <a:pPr algn="ctr"/>
            <a:r>
              <a:rPr lang="en-US" altLang="ko-KR" dirty="0"/>
              <a:t>O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57E977-A063-AAA3-9F8B-A2DC6EE1DC93}"/>
              </a:ext>
            </a:extLst>
          </p:cNvPr>
          <p:cNvSpPr txBox="1"/>
          <p:nvPr/>
        </p:nvSpPr>
        <p:spPr>
          <a:xfrm>
            <a:off x="9660054" y="4547133"/>
            <a:ext cx="1162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감정 분석</a:t>
            </a:r>
            <a:endParaRPr lang="en-US" altLang="ko-KR" b="1" dirty="0"/>
          </a:p>
          <a:p>
            <a:pPr algn="ctr"/>
            <a:r>
              <a:rPr lang="en-US" altLang="ko-KR" dirty="0"/>
              <a:t>Negative</a:t>
            </a:r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AE6FFFF-1509-BBF6-C1F6-D7A72E42821C}"/>
              </a:ext>
            </a:extLst>
          </p:cNvPr>
          <p:cNvCxnSpPr>
            <a:cxnSpLocks/>
            <a:stCxn id="6" idx="3"/>
            <a:endCxn id="17" idx="1"/>
          </p:cNvCxnSpPr>
          <p:nvPr/>
        </p:nvCxnSpPr>
        <p:spPr>
          <a:xfrm>
            <a:off x="8061036" y="3392486"/>
            <a:ext cx="1483600" cy="60971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82882F5-3326-9D29-F594-2B12606A4EB1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>
            <a:off x="8061036" y="3392486"/>
            <a:ext cx="1599018" cy="147781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5031F7D-9B13-7A18-F1C2-30FB5CD661B4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8061036" y="2286792"/>
            <a:ext cx="1404464" cy="1105694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389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D15DF-CC48-1134-B14F-AC475EF11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2AF9C4-071B-96AE-C6B6-860DAE6C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자연어를 숫자로 </a:t>
            </a:r>
            <a:r>
              <a:rPr lang="en-US" altLang="ko-KR" dirty="0"/>
              <a:t>(Word Representation)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EA8F57-F6E0-7545-FB99-6E2247CEBB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1525D3-689C-32DC-1FFD-184B3E6D0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컴퓨터는 </a:t>
            </a:r>
            <a:r>
              <a:rPr lang="ko-KR" altLang="en-US" dirty="0" err="1"/>
              <a:t>입력값을</a:t>
            </a:r>
            <a:r>
              <a:rPr lang="ko-KR" altLang="en-US" dirty="0"/>
              <a:t> 숫자로 이해함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CNN</a:t>
            </a:r>
            <a:r>
              <a:rPr lang="ko-KR" altLang="en-US" dirty="0"/>
              <a:t>에서 다뤘던 이미지 데이터도</a:t>
            </a:r>
            <a:r>
              <a:rPr lang="en-US" altLang="ko-KR" dirty="0"/>
              <a:t> </a:t>
            </a:r>
            <a:r>
              <a:rPr lang="ko-KR" altLang="en-US" dirty="0"/>
              <a:t>이미지를 숫자로</a:t>
            </a:r>
            <a:r>
              <a:rPr lang="en-US" altLang="ko-KR" dirty="0"/>
              <a:t>(RGB Scale)</a:t>
            </a:r>
            <a:r>
              <a:rPr lang="ko-KR" altLang="en-US" dirty="0"/>
              <a:t>로 변환하여 입력되었음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 descr="Decoding Digital Images: The Fundamentals of Grayscale and RGB | by Abhay  Rokkam | Medium">
            <a:extLst>
              <a:ext uri="{FF2B5EF4-FFF2-40B4-BE49-F238E27FC236}">
                <a16:creationId xmlns:a16="http://schemas.microsoft.com/office/drawing/2014/main" id="{BC1C298B-B09C-49C5-CF6C-44EDBA73C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441" y="2054051"/>
            <a:ext cx="7097117" cy="449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16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99BA7-20A8-CD4B-5B42-C472BDDE2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70A77-5BC4-0408-2DD1-0F99CDB9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One-Hot Encoding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7F07DC-F8C7-0CE5-FEAE-191CF8F02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764B0D-0407-7072-9884-798FD336A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전통적인 </a:t>
            </a:r>
            <a:r>
              <a:rPr lang="en-US" altLang="ko-KR" dirty="0"/>
              <a:t>NLP</a:t>
            </a:r>
            <a:r>
              <a:rPr lang="ko-KR" altLang="en-US" dirty="0"/>
              <a:t>에서 사용했던 기법</a:t>
            </a:r>
            <a:endParaRPr lang="en-US" altLang="ko-KR" dirty="0"/>
          </a:p>
          <a:p>
            <a:pPr lvl="1"/>
            <a:r>
              <a:rPr lang="en-US" altLang="ko-KR" dirty="0"/>
              <a:t>Hot (True, 1)      Cold(False, 0)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단어를 </a:t>
            </a:r>
            <a:r>
              <a:rPr lang="en-US" altLang="ko-KR" dirty="0"/>
              <a:t>one-hot vector</a:t>
            </a:r>
            <a:r>
              <a:rPr lang="ko-KR" altLang="en-US" dirty="0"/>
              <a:t>로 나타낼 수 있음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A3F67C-F866-8C82-9365-4D0C8B1EF167}"/>
              </a:ext>
            </a:extLst>
          </p:cNvPr>
          <p:cNvSpPr txBox="1"/>
          <p:nvPr/>
        </p:nvSpPr>
        <p:spPr>
          <a:xfrm>
            <a:off x="3186545" y="3558742"/>
            <a:ext cx="58189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School         = [0, 0, 0, 0, 0, 0, 0, 0, 1, ... , 0]</a:t>
            </a:r>
          </a:p>
          <a:p>
            <a:endParaRPr lang="en-US" altLang="ko-KR" sz="2000" dirty="0"/>
          </a:p>
          <a:p>
            <a:r>
              <a:rPr lang="en-US" altLang="ko-KR" sz="2000" dirty="0"/>
              <a:t>University = [0, 0, 1, 0, 0, 0, 0, 0, 0, ... , 0]</a:t>
            </a:r>
          </a:p>
          <a:p>
            <a:endParaRPr lang="en-US" altLang="ko-KR" sz="2000" dirty="0"/>
          </a:p>
          <a:p>
            <a:r>
              <a:rPr lang="en-US" altLang="ko-KR" sz="2000" dirty="0"/>
              <a:t>Academy   = [0, 0, 0, 0, 0, 0, 0, 0, 0, ... , 1]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6F8C0A-5FC6-CD75-EA31-5A4285913D90}"/>
              </a:ext>
            </a:extLst>
          </p:cNvPr>
          <p:cNvSpPr/>
          <p:nvPr/>
        </p:nvSpPr>
        <p:spPr>
          <a:xfrm>
            <a:off x="5338619" y="3558742"/>
            <a:ext cx="249382" cy="1631216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E80653-D781-204B-411F-8CF7140A39F0}"/>
              </a:ext>
            </a:extLst>
          </p:cNvPr>
          <p:cNvSpPr/>
          <p:nvPr/>
        </p:nvSpPr>
        <p:spPr>
          <a:xfrm>
            <a:off x="6971146" y="3558742"/>
            <a:ext cx="249382" cy="1631216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0B04A7-A11D-8004-1EB6-4664F99A971C}"/>
              </a:ext>
            </a:extLst>
          </p:cNvPr>
          <p:cNvSpPr/>
          <p:nvPr/>
        </p:nvSpPr>
        <p:spPr>
          <a:xfrm>
            <a:off x="7615384" y="3558742"/>
            <a:ext cx="249382" cy="1631216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992FC0-846F-A741-9DE5-51FB008F769A}"/>
              </a:ext>
            </a:extLst>
          </p:cNvPr>
          <p:cNvSpPr txBox="1"/>
          <p:nvPr/>
        </p:nvSpPr>
        <p:spPr>
          <a:xfrm>
            <a:off x="7309508" y="2932175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School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3432AE-0522-D28C-2BB9-75DA4D6621D7}"/>
              </a:ext>
            </a:extLst>
          </p:cNvPr>
          <p:cNvSpPr txBox="1"/>
          <p:nvPr/>
        </p:nvSpPr>
        <p:spPr>
          <a:xfrm>
            <a:off x="8725140" y="2937803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Academy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8F5677-AFB3-1AE6-90BA-84174821F951}"/>
              </a:ext>
            </a:extLst>
          </p:cNvPr>
          <p:cNvSpPr txBox="1"/>
          <p:nvPr/>
        </p:nvSpPr>
        <p:spPr>
          <a:xfrm>
            <a:off x="3541149" y="2850757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University</a:t>
            </a:r>
            <a:endParaRPr lang="ko-KR" altLang="en-US" dirty="0"/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224B70EC-4AAB-E00E-89BA-D115E0E327CE}"/>
              </a:ext>
            </a:extLst>
          </p:cNvPr>
          <p:cNvCxnSpPr>
            <a:cxnSpLocks/>
            <a:stCxn id="12" idx="3"/>
            <a:endCxn id="6" idx="0"/>
          </p:cNvCxnSpPr>
          <p:nvPr/>
        </p:nvCxnSpPr>
        <p:spPr>
          <a:xfrm>
            <a:off x="4838299" y="3035423"/>
            <a:ext cx="625011" cy="523319"/>
          </a:xfrm>
          <a:prstGeom prst="curvedConnector2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9D144EF4-D8DE-F5DA-F55C-5F734386DD72}"/>
              </a:ext>
            </a:extLst>
          </p:cNvPr>
          <p:cNvCxnSpPr>
            <a:cxnSpLocks/>
            <a:stCxn id="10" idx="1"/>
            <a:endCxn id="8" idx="0"/>
          </p:cNvCxnSpPr>
          <p:nvPr/>
        </p:nvCxnSpPr>
        <p:spPr>
          <a:xfrm rot="10800000" flipV="1">
            <a:off x="7095838" y="3116840"/>
            <a:ext cx="213671" cy="441901"/>
          </a:xfrm>
          <a:prstGeom prst="curvedConnector2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E2CA5EA1-C1AA-E05C-1797-F39AF30C113C}"/>
              </a:ext>
            </a:extLst>
          </p:cNvPr>
          <p:cNvCxnSpPr>
            <a:cxnSpLocks/>
            <a:stCxn id="11" idx="1"/>
            <a:endCxn id="9" idx="0"/>
          </p:cNvCxnSpPr>
          <p:nvPr/>
        </p:nvCxnSpPr>
        <p:spPr>
          <a:xfrm rot="10800000" flipV="1">
            <a:off x="7740076" y="3122468"/>
            <a:ext cx="985065" cy="436273"/>
          </a:xfrm>
          <a:prstGeom prst="curvedConnector2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왼쪽 중괄호 28">
            <a:extLst>
              <a:ext uri="{FF2B5EF4-FFF2-40B4-BE49-F238E27FC236}">
                <a16:creationId xmlns:a16="http://schemas.microsoft.com/office/drawing/2014/main" id="{69D24785-E627-3658-6B4E-FA72CAC24F9C}"/>
              </a:ext>
            </a:extLst>
          </p:cNvPr>
          <p:cNvSpPr/>
          <p:nvPr/>
        </p:nvSpPr>
        <p:spPr>
          <a:xfrm rot="16200000">
            <a:off x="6174814" y="3838658"/>
            <a:ext cx="300469" cy="3079436"/>
          </a:xfrm>
          <a:prstGeom prst="leftBrace">
            <a:avLst>
              <a:gd name="adj1" fmla="val 84140"/>
              <a:gd name="adj2" fmla="val 50000"/>
            </a:avLst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321107-A3BC-5E93-9011-9DB1AE7F56B4}"/>
              </a:ext>
            </a:extLst>
          </p:cNvPr>
          <p:cNvSpPr txBox="1"/>
          <p:nvPr/>
        </p:nvSpPr>
        <p:spPr>
          <a:xfrm>
            <a:off x="5329422" y="5528611"/>
            <a:ext cx="1991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vector dimension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660A6A-B61D-A8AB-5F9C-49A523BBEF84}"/>
              </a:ext>
            </a:extLst>
          </p:cNvPr>
          <p:cNvSpPr txBox="1"/>
          <p:nvPr/>
        </p:nvSpPr>
        <p:spPr>
          <a:xfrm>
            <a:off x="3290584" y="6131807"/>
            <a:ext cx="5610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Vector dimension = number of words in vocabulary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8554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A174-D9E5-D625-41C5-ACABF5535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A8CE2-EAA3-0D64-BC83-B72162C9E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One-Hot Encoding</a:t>
            </a:r>
            <a:r>
              <a:rPr lang="ko-KR" altLang="en-US" dirty="0"/>
              <a:t>의 문제점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4B6685-1515-AB4C-6503-5EFCFF8C25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D16FDFA-19E6-BD7D-DCDD-38BA8ED00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1. </a:t>
            </a:r>
            <a:r>
              <a:rPr lang="ko-KR" altLang="en-US" dirty="0" err="1"/>
              <a:t>단어간의</a:t>
            </a:r>
            <a:r>
              <a:rPr lang="ko-KR" altLang="en-US" dirty="0"/>
              <a:t> 유사도를 측정할 방식이 없음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en-US" altLang="ko-KR" dirty="0" err="1"/>
              <a:t>london</a:t>
            </a:r>
            <a:r>
              <a:rPr lang="en-US" altLang="ko-KR" dirty="0"/>
              <a:t> inn</a:t>
            </a:r>
            <a:r>
              <a:rPr lang="ko-KR" altLang="en-US" dirty="0"/>
              <a:t>이라고 검색했을 때 우리는 </a:t>
            </a:r>
            <a:r>
              <a:rPr lang="en-US" altLang="ko-KR" dirty="0" err="1"/>
              <a:t>london</a:t>
            </a:r>
            <a:r>
              <a:rPr lang="en-US" altLang="ko-KR" dirty="0"/>
              <a:t> hotel</a:t>
            </a:r>
            <a:r>
              <a:rPr lang="ko-KR" altLang="en-US" dirty="0"/>
              <a:t>도 함께 검색 되기를 원함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문제 </a:t>
            </a:r>
            <a:r>
              <a:rPr lang="en-US" altLang="ko-KR" dirty="0"/>
              <a:t>2. </a:t>
            </a:r>
            <a:r>
              <a:rPr lang="ko-KR" altLang="en-US" dirty="0"/>
              <a:t>비효율성</a:t>
            </a:r>
            <a:endParaRPr lang="en-US" altLang="ko-KR" dirty="0"/>
          </a:p>
          <a:p>
            <a:pPr lvl="1"/>
            <a:r>
              <a:rPr lang="en-US" altLang="ko-KR" dirty="0"/>
              <a:t>Vector dimension = number of vectors in vocabulary</a:t>
            </a:r>
          </a:p>
          <a:p>
            <a:pPr lvl="1"/>
            <a:r>
              <a:rPr lang="ko-KR" altLang="en-US" dirty="0"/>
              <a:t>각 단어의 벡터 표현이 한 자리만 </a:t>
            </a:r>
            <a:r>
              <a:rPr lang="en-US" altLang="ko-KR" dirty="0"/>
              <a:t>1</a:t>
            </a:r>
            <a:r>
              <a:rPr lang="ko-KR" altLang="en-US" dirty="0"/>
              <a:t>이고 나머지는 </a:t>
            </a:r>
            <a:r>
              <a:rPr lang="en-US" altLang="ko-KR" dirty="0"/>
              <a:t>0</a:t>
            </a:r>
            <a:r>
              <a:rPr lang="ko-KR" altLang="en-US" dirty="0"/>
              <a:t>으로 </a:t>
            </a:r>
            <a:r>
              <a:rPr lang="ko-KR" altLang="en-US" dirty="0" err="1"/>
              <a:t>채워져있음</a:t>
            </a:r>
            <a:r>
              <a:rPr lang="en-US" altLang="ko-KR" dirty="0"/>
              <a:t>.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C6E78E5-7175-535D-A5EB-F327F54631C3}"/>
              </a:ext>
            </a:extLst>
          </p:cNvPr>
          <p:cNvGrpSpPr/>
          <p:nvPr/>
        </p:nvGrpSpPr>
        <p:grpSpPr>
          <a:xfrm>
            <a:off x="733898" y="2080399"/>
            <a:ext cx="6707505" cy="2339201"/>
            <a:chOff x="3186545" y="2850757"/>
            <a:chExt cx="6707505" cy="233920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EAFE6A9-BCA8-FC05-4893-54883E033B0E}"/>
                </a:ext>
              </a:extLst>
            </p:cNvPr>
            <p:cNvSpPr txBox="1"/>
            <p:nvPr/>
          </p:nvSpPr>
          <p:spPr>
            <a:xfrm>
              <a:off x="3186545" y="3558742"/>
              <a:ext cx="581891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School         = [0, 0, 0, 0, 0, 0, 0, 0, 1, ... , 0]</a:t>
              </a:r>
            </a:p>
            <a:p>
              <a:endParaRPr lang="en-US" altLang="ko-KR" sz="2000" dirty="0"/>
            </a:p>
            <a:p>
              <a:r>
                <a:rPr lang="en-US" altLang="ko-KR" sz="2000" dirty="0"/>
                <a:t>University = [0, 0, 1, 0, 0, 0, 0, 0, 0, ... , 0]</a:t>
              </a:r>
            </a:p>
            <a:p>
              <a:endParaRPr lang="en-US" altLang="ko-KR" sz="2000" dirty="0"/>
            </a:p>
            <a:p>
              <a:r>
                <a:rPr lang="en-US" altLang="ko-KR" sz="2000" dirty="0"/>
                <a:t>Academy   = [0, 0, 0, 0, 0, 0, 0, 0, 0, ... , 1]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078EA1C-6B2F-205E-616D-E50C5C30A15E}"/>
                </a:ext>
              </a:extLst>
            </p:cNvPr>
            <p:cNvSpPr/>
            <p:nvPr/>
          </p:nvSpPr>
          <p:spPr>
            <a:xfrm>
              <a:off x="5338619" y="3558742"/>
              <a:ext cx="249382" cy="1631216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682DDB6-0115-E5BD-7297-3A451CF5CAEB}"/>
                </a:ext>
              </a:extLst>
            </p:cNvPr>
            <p:cNvSpPr/>
            <p:nvPr/>
          </p:nvSpPr>
          <p:spPr>
            <a:xfrm>
              <a:off x="6971146" y="3558742"/>
              <a:ext cx="249382" cy="1631216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AD53F0F-25EA-CB2E-8D0D-5C183366A64D}"/>
                </a:ext>
              </a:extLst>
            </p:cNvPr>
            <p:cNvSpPr/>
            <p:nvPr/>
          </p:nvSpPr>
          <p:spPr>
            <a:xfrm>
              <a:off x="7615384" y="3558742"/>
              <a:ext cx="249382" cy="1631216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D5010CD-F96F-2DF3-CB22-53BFD56F9930}"/>
                </a:ext>
              </a:extLst>
            </p:cNvPr>
            <p:cNvSpPr txBox="1"/>
            <p:nvPr/>
          </p:nvSpPr>
          <p:spPr>
            <a:xfrm>
              <a:off x="7309508" y="2932175"/>
              <a:ext cx="861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School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7BF2E5-92A2-1158-8F41-3E3461FC6631}"/>
                </a:ext>
              </a:extLst>
            </p:cNvPr>
            <p:cNvSpPr txBox="1"/>
            <p:nvPr/>
          </p:nvSpPr>
          <p:spPr>
            <a:xfrm>
              <a:off x="8725140" y="2937803"/>
              <a:ext cx="1168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Academy</a:t>
              </a:r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1D5B7E-34E9-D1EF-0C08-8CD58FEB6376}"/>
                </a:ext>
              </a:extLst>
            </p:cNvPr>
            <p:cNvSpPr txBox="1"/>
            <p:nvPr/>
          </p:nvSpPr>
          <p:spPr>
            <a:xfrm>
              <a:off x="3541149" y="2850757"/>
              <a:ext cx="12971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University</a:t>
              </a:r>
              <a:endParaRPr lang="ko-KR" altLang="en-US" dirty="0"/>
            </a:p>
          </p:txBody>
        </p:sp>
        <p:cxnSp>
          <p:nvCxnSpPr>
            <p:cNvPr id="14" name="연결선: 구부러짐 13">
              <a:extLst>
                <a:ext uri="{FF2B5EF4-FFF2-40B4-BE49-F238E27FC236}">
                  <a16:creationId xmlns:a16="http://schemas.microsoft.com/office/drawing/2014/main" id="{6029068F-EE1E-7E5B-8875-314E8B0DE90E}"/>
                </a:ext>
              </a:extLst>
            </p:cNvPr>
            <p:cNvCxnSpPr>
              <a:cxnSpLocks/>
              <a:stCxn id="12" idx="3"/>
              <a:endCxn id="6" idx="0"/>
            </p:cNvCxnSpPr>
            <p:nvPr/>
          </p:nvCxnSpPr>
          <p:spPr>
            <a:xfrm>
              <a:off x="4838299" y="3035423"/>
              <a:ext cx="625011" cy="523319"/>
            </a:xfrm>
            <a:prstGeom prst="curvedConnector2">
              <a:avLst/>
            </a:prstGeom>
            <a:ln w="190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연결선: 구부러짐 17">
              <a:extLst>
                <a:ext uri="{FF2B5EF4-FFF2-40B4-BE49-F238E27FC236}">
                  <a16:creationId xmlns:a16="http://schemas.microsoft.com/office/drawing/2014/main" id="{F297E079-26F2-2998-7E1B-57CFC41CE78D}"/>
                </a:ext>
              </a:extLst>
            </p:cNvPr>
            <p:cNvCxnSpPr>
              <a:cxnSpLocks/>
              <a:stCxn id="10" idx="1"/>
              <a:endCxn id="8" idx="0"/>
            </p:cNvCxnSpPr>
            <p:nvPr/>
          </p:nvCxnSpPr>
          <p:spPr>
            <a:xfrm rot="10800000" flipV="1">
              <a:off x="7095838" y="3116840"/>
              <a:ext cx="213671" cy="441901"/>
            </a:xfrm>
            <a:prstGeom prst="curvedConnector2">
              <a:avLst/>
            </a:prstGeom>
            <a:ln w="190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연결선: 구부러짐 25">
              <a:extLst>
                <a:ext uri="{FF2B5EF4-FFF2-40B4-BE49-F238E27FC236}">
                  <a16:creationId xmlns:a16="http://schemas.microsoft.com/office/drawing/2014/main" id="{4A40C414-AAE3-B482-3E18-EF856A07F3F9}"/>
                </a:ext>
              </a:extLst>
            </p:cNvPr>
            <p:cNvCxnSpPr>
              <a:cxnSpLocks/>
              <a:stCxn id="11" idx="1"/>
              <a:endCxn id="9" idx="0"/>
            </p:cNvCxnSpPr>
            <p:nvPr/>
          </p:nvCxnSpPr>
          <p:spPr>
            <a:xfrm rot="10800000" flipV="1">
              <a:off x="7740076" y="3122468"/>
              <a:ext cx="985065" cy="436273"/>
            </a:xfrm>
            <a:prstGeom prst="curvedConnector2">
              <a:avLst/>
            </a:prstGeom>
            <a:ln w="190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39C300E1-D9C2-A9BB-D7B6-1F84184EA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350" y="2134476"/>
            <a:ext cx="2907686" cy="3089110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97CAE1-0B24-9005-2E61-68ECEBD524E8}"/>
              </a:ext>
            </a:extLst>
          </p:cNvPr>
          <p:cNvCxnSpPr/>
          <p:nvPr/>
        </p:nvCxnSpPr>
        <p:spPr>
          <a:xfrm>
            <a:off x="10594109" y="3094182"/>
            <a:ext cx="230909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E7D5482-85A6-B585-7568-CDA0DE6D888B}"/>
              </a:ext>
            </a:extLst>
          </p:cNvPr>
          <p:cNvCxnSpPr/>
          <p:nvPr/>
        </p:nvCxnSpPr>
        <p:spPr>
          <a:xfrm>
            <a:off x="10728036" y="4419600"/>
            <a:ext cx="230909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817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95396-5562-31FF-8334-307A224EA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0902C2-ABE6-6354-9DD4-F3DB4BADB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Bag of Words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C5C630-3479-40C8-D865-D841AB2BB2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D6D714AA-7170-F5E6-DE56-10F9885F5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Bag of Words (BOW)</a:t>
            </a:r>
          </a:p>
          <a:p>
            <a:pPr lvl="1"/>
            <a:r>
              <a:rPr lang="ko-KR" altLang="en-US" dirty="0"/>
              <a:t>문서 안에서 단어의 빈도를 설명하는 것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알려진 단어의 </a:t>
            </a:r>
            <a:r>
              <a:rPr lang="en-US" altLang="ko-KR" dirty="0"/>
              <a:t>vocabulary</a:t>
            </a:r>
          </a:p>
          <a:p>
            <a:pPr lvl="2"/>
            <a:r>
              <a:rPr lang="ko-KR" altLang="en-US" dirty="0"/>
              <a:t>단어의 존재 유무를 측정</a:t>
            </a:r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  <a:p>
            <a:r>
              <a:rPr lang="ko-KR" altLang="en-US" dirty="0"/>
              <a:t>문장 안에서 단어의 순서나 구조는 반영되지 않고</a:t>
            </a:r>
            <a:r>
              <a:rPr lang="en-US" altLang="ko-KR" dirty="0"/>
              <a:t>, </a:t>
            </a:r>
            <a:r>
              <a:rPr lang="ko-KR" altLang="en-US" dirty="0"/>
              <a:t>오로지 빈도만 고려함</a:t>
            </a:r>
            <a:r>
              <a:rPr lang="en-US" altLang="ko-KR" dirty="0"/>
              <a:t>.</a:t>
            </a:r>
          </a:p>
        </p:txBody>
      </p:sp>
      <p:pic>
        <p:nvPicPr>
          <p:cNvPr id="23" name="그림 22" descr="Shopping Bag Icon Vector Art, Icons, and Graphics for Free Download">
            <a:extLst>
              <a:ext uri="{FF2B5EF4-FFF2-40B4-BE49-F238E27FC236}">
                <a16:creationId xmlns:a16="http://schemas.microsoft.com/office/drawing/2014/main" id="{B43B5A93-24DA-271D-0491-C991984278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86"/>
          <a:stretch>
            <a:fillRect/>
          </a:stretch>
        </p:blipFill>
        <p:spPr>
          <a:xfrm>
            <a:off x="6096000" y="3214255"/>
            <a:ext cx="3993428" cy="357865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69AFFD8-9530-DA3E-2887-80C7759922FA}"/>
              </a:ext>
            </a:extLst>
          </p:cNvPr>
          <p:cNvSpPr txBox="1"/>
          <p:nvPr/>
        </p:nvSpPr>
        <p:spPr>
          <a:xfrm>
            <a:off x="1950901" y="4368783"/>
            <a:ext cx="2263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dirty="0"/>
              <a:t>How are you</a:t>
            </a:r>
          </a:p>
          <a:p>
            <a:pPr algn="r"/>
            <a:r>
              <a:rPr lang="en-US" altLang="ko-KR" dirty="0"/>
              <a:t>How have you been</a:t>
            </a:r>
          </a:p>
          <a:p>
            <a:pPr algn="r"/>
            <a:r>
              <a:rPr lang="en-US" altLang="ko-KR" dirty="0"/>
              <a:t>Nice to see you</a:t>
            </a:r>
          </a:p>
          <a:p>
            <a:pPr algn="r"/>
            <a:r>
              <a:rPr lang="en-US" altLang="ko-KR" dirty="0"/>
              <a:t>Have a nice day</a:t>
            </a:r>
            <a:endParaRPr lang="ko-KR" altLang="en-US" dirty="0"/>
          </a:p>
        </p:txBody>
      </p:sp>
      <p:sp>
        <p:nvSpPr>
          <p:cNvPr id="25" name="오른쪽 중괄호 24">
            <a:extLst>
              <a:ext uri="{FF2B5EF4-FFF2-40B4-BE49-F238E27FC236}">
                <a16:creationId xmlns:a16="http://schemas.microsoft.com/office/drawing/2014/main" id="{1451189A-F20A-7872-8E33-569E566C8CFF}"/>
              </a:ext>
            </a:extLst>
          </p:cNvPr>
          <p:cNvSpPr/>
          <p:nvPr/>
        </p:nvSpPr>
        <p:spPr>
          <a:xfrm>
            <a:off x="4137891" y="4368783"/>
            <a:ext cx="360218" cy="1200329"/>
          </a:xfrm>
          <a:prstGeom prst="rightBrac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95ADA6F-1886-E747-F5BE-1EC67C3A2E6D}"/>
              </a:ext>
            </a:extLst>
          </p:cNvPr>
          <p:cNvCxnSpPr>
            <a:cxnSpLocks/>
          </p:cNvCxnSpPr>
          <p:nvPr/>
        </p:nvCxnSpPr>
        <p:spPr>
          <a:xfrm>
            <a:off x="4941455" y="4968947"/>
            <a:ext cx="1154545" cy="0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0D50ACA-CF49-E853-326D-A4090FEB9D70}"/>
              </a:ext>
            </a:extLst>
          </p:cNvPr>
          <p:cNvSpPr txBox="1"/>
          <p:nvPr/>
        </p:nvSpPr>
        <p:spPr>
          <a:xfrm>
            <a:off x="7645934" y="529338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have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C39459-F5EA-BF5B-6809-215AF34620BB}"/>
              </a:ext>
            </a:extLst>
          </p:cNvPr>
          <p:cNvSpPr txBox="1"/>
          <p:nvPr/>
        </p:nvSpPr>
        <p:spPr>
          <a:xfrm>
            <a:off x="6968836" y="556911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nice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E9EF15-01D8-80BA-1ADF-C1160C00E268}"/>
              </a:ext>
            </a:extLst>
          </p:cNvPr>
          <p:cNvSpPr txBox="1"/>
          <p:nvPr/>
        </p:nvSpPr>
        <p:spPr>
          <a:xfrm>
            <a:off x="8335137" y="549881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B0702C-0825-3160-CDF3-B9B9D5C987BF}"/>
              </a:ext>
            </a:extLst>
          </p:cNvPr>
          <p:cNvSpPr txBox="1"/>
          <p:nvPr/>
        </p:nvSpPr>
        <p:spPr>
          <a:xfrm>
            <a:off x="7634212" y="5627437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are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D38AD9-4B99-720B-1FB3-E6420A4D544D}"/>
              </a:ext>
            </a:extLst>
          </p:cNvPr>
          <p:cNvSpPr txBox="1"/>
          <p:nvPr/>
        </p:nvSpPr>
        <p:spPr>
          <a:xfrm>
            <a:off x="7047703" y="4825976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how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FB50FB-E059-2127-7B4C-88AACD168151}"/>
              </a:ext>
            </a:extLst>
          </p:cNvPr>
          <p:cNvSpPr txBox="1"/>
          <p:nvPr/>
        </p:nvSpPr>
        <p:spPr>
          <a:xfrm>
            <a:off x="7820230" y="4879491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Nice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EEAB47-B7BB-B7C5-938B-5C025BA5D2EB}"/>
              </a:ext>
            </a:extLst>
          </p:cNvPr>
          <p:cNvSpPr txBox="1"/>
          <p:nvPr/>
        </p:nvSpPr>
        <p:spPr>
          <a:xfrm>
            <a:off x="8262732" y="5242155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you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923833-16EB-7D88-173A-54D74AAC4065}"/>
              </a:ext>
            </a:extLst>
          </p:cNvPr>
          <p:cNvSpPr txBox="1"/>
          <p:nvPr/>
        </p:nvSpPr>
        <p:spPr>
          <a:xfrm>
            <a:off x="7032861" y="5272371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see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6A2EE2-42F5-AAFC-90BE-14A8F334B5A1}"/>
              </a:ext>
            </a:extLst>
          </p:cNvPr>
          <p:cNvSpPr txBox="1"/>
          <p:nvPr/>
        </p:nvSpPr>
        <p:spPr>
          <a:xfrm>
            <a:off x="8382253" y="4968947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How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364FA1-4345-9034-B1A1-5230ED4AFF68}"/>
              </a:ext>
            </a:extLst>
          </p:cNvPr>
          <p:cNvSpPr txBox="1"/>
          <p:nvPr/>
        </p:nvSpPr>
        <p:spPr>
          <a:xfrm>
            <a:off x="7664428" y="4403471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day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D2B27E-FC86-DE4B-2835-7E5644E53F62}"/>
              </a:ext>
            </a:extLst>
          </p:cNvPr>
          <p:cNvSpPr txBox="1"/>
          <p:nvPr/>
        </p:nvSpPr>
        <p:spPr>
          <a:xfrm>
            <a:off x="8577646" y="4668307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to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21CDC5-56B2-F9BD-4D4E-CA9CD0A31A05}"/>
              </a:ext>
            </a:extLst>
          </p:cNvPr>
          <p:cNvSpPr txBox="1"/>
          <p:nvPr/>
        </p:nvSpPr>
        <p:spPr>
          <a:xfrm>
            <a:off x="7266072" y="5072310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been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7B2BF9-13E4-7FA8-57CE-2F873BC4A764}"/>
              </a:ext>
            </a:extLst>
          </p:cNvPr>
          <p:cNvSpPr txBox="1"/>
          <p:nvPr/>
        </p:nvSpPr>
        <p:spPr>
          <a:xfrm>
            <a:off x="8099511" y="5647891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day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2145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5392-1D3E-4F5B-1854-C737C21E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6D6C2-0997-38EA-F137-90CA89D16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Bag of Words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FE3340-C621-A3DE-0051-C6267D1BFC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6550C83E-D3DC-7296-7519-157273250F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7256745"/>
              </p:ext>
            </p:extLst>
          </p:nvPr>
        </p:nvGraphicFramePr>
        <p:xfrm>
          <a:off x="4505868" y="2813189"/>
          <a:ext cx="597326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3097">
                  <a:extLst>
                    <a:ext uri="{9D8B030D-6E8A-4147-A177-3AD203B41FA5}">
                      <a16:colId xmlns:a16="http://schemas.microsoft.com/office/drawing/2014/main" val="682317327"/>
                    </a:ext>
                  </a:extLst>
                </a:gridCol>
                <a:gridCol w="542440">
                  <a:extLst>
                    <a:ext uri="{9D8B030D-6E8A-4147-A177-3AD203B41FA5}">
                      <a16:colId xmlns:a16="http://schemas.microsoft.com/office/drawing/2014/main" val="1920247227"/>
                    </a:ext>
                  </a:extLst>
                </a:gridCol>
                <a:gridCol w="752178">
                  <a:extLst>
                    <a:ext uri="{9D8B030D-6E8A-4147-A177-3AD203B41FA5}">
                      <a16:colId xmlns:a16="http://schemas.microsoft.com/office/drawing/2014/main" val="2686296529"/>
                    </a:ext>
                  </a:extLst>
                </a:gridCol>
                <a:gridCol w="613893">
                  <a:extLst>
                    <a:ext uri="{9D8B030D-6E8A-4147-A177-3AD203B41FA5}">
                      <a16:colId xmlns:a16="http://schemas.microsoft.com/office/drawing/2014/main" val="932872669"/>
                    </a:ext>
                  </a:extLst>
                </a:gridCol>
                <a:gridCol w="784182">
                  <a:extLst>
                    <a:ext uri="{9D8B030D-6E8A-4147-A177-3AD203B41FA5}">
                      <a16:colId xmlns:a16="http://schemas.microsoft.com/office/drawing/2014/main" val="1291023574"/>
                    </a:ext>
                  </a:extLst>
                </a:gridCol>
                <a:gridCol w="657925">
                  <a:extLst>
                    <a:ext uri="{9D8B030D-6E8A-4147-A177-3AD203B41FA5}">
                      <a16:colId xmlns:a16="http://schemas.microsoft.com/office/drawing/2014/main" val="1952640383"/>
                    </a:ext>
                  </a:extLst>
                </a:gridCol>
                <a:gridCol w="621908">
                  <a:extLst>
                    <a:ext uri="{9D8B030D-6E8A-4147-A177-3AD203B41FA5}">
                      <a16:colId xmlns:a16="http://schemas.microsoft.com/office/drawing/2014/main" val="32787959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11085314"/>
                    </a:ext>
                  </a:extLst>
                </a:gridCol>
                <a:gridCol w="468546">
                  <a:extLst>
                    <a:ext uri="{9D8B030D-6E8A-4147-A177-3AD203B41FA5}">
                      <a16:colId xmlns:a16="http://schemas.microsoft.com/office/drawing/2014/main" val="2390772713"/>
                    </a:ext>
                  </a:extLst>
                </a:gridCol>
                <a:gridCol w="589495">
                  <a:extLst>
                    <a:ext uri="{9D8B030D-6E8A-4147-A177-3AD203B41FA5}">
                      <a16:colId xmlns:a16="http://schemas.microsoft.com/office/drawing/2014/main" val="319848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are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been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have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how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nice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you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83089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C0197EE-30E5-9704-FF05-58B2C6423021}"/>
              </a:ext>
            </a:extLst>
          </p:cNvPr>
          <p:cNvSpPr txBox="1"/>
          <p:nvPr/>
        </p:nvSpPr>
        <p:spPr>
          <a:xfrm>
            <a:off x="4505868" y="4313567"/>
            <a:ext cx="52180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dirty="0"/>
              <a:t>How are you      = [0, 1, 0, 0, 0, 1, 0, 0, 0, 1]</a:t>
            </a:r>
          </a:p>
          <a:p>
            <a:pPr algn="r"/>
            <a:r>
              <a:rPr lang="en-US" altLang="ko-KR" dirty="0"/>
              <a:t>How have you been       = [0, 0, 1, 0, 1, 1, 0, 0, 0, 1]</a:t>
            </a:r>
          </a:p>
          <a:p>
            <a:pPr algn="r"/>
            <a:r>
              <a:rPr lang="en-US" altLang="ko-KR" dirty="0"/>
              <a:t>Nice to see you       = [0, 0, 0, 0, 0, 0, 1, 1, 1, 1]</a:t>
            </a:r>
          </a:p>
          <a:p>
            <a:pPr algn="r"/>
            <a:r>
              <a:rPr lang="en-US" altLang="ko-KR" dirty="0"/>
              <a:t>Have a nice day       = [1, 0, 0, 1, 1, 0, 1, 0, 0, 0]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5C59129-9154-6E77-FA0C-14AD6A54762E}"/>
              </a:ext>
            </a:extLst>
          </p:cNvPr>
          <p:cNvGrpSpPr/>
          <p:nvPr/>
        </p:nvGrpSpPr>
        <p:grpSpPr>
          <a:xfrm>
            <a:off x="729671" y="1227426"/>
            <a:ext cx="2890982" cy="3095031"/>
            <a:chOff x="6662737" y="3214255"/>
            <a:chExt cx="2890982" cy="3095031"/>
          </a:xfrm>
        </p:grpSpPr>
        <p:pic>
          <p:nvPicPr>
            <p:cNvPr id="23" name="그림 22" descr="Shopping Bag Icon Vector Art, Icons, and Graphics for Free Download">
              <a:extLst>
                <a:ext uri="{FF2B5EF4-FFF2-40B4-BE49-F238E27FC236}">
                  <a16:creationId xmlns:a16="http://schemas.microsoft.com/office/drawing/2014/main" id="{E319EF42-477B-6802-1017-33482A3D4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4191" t="10387" r="13415" b="12110"/>
            <a:stretch>
              <a:fillRect/>
            </a:stretch>
          </p:blipFill>
          <p:spPr>
            <a:xfrm>
              <a:off x="6662737" y="3214255"/>
              <a:ext cx="2890982" cy="309503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6BF2E8D-7CA7-3F35-F16B-C1FC34F27ACD}"/>
                </a:ext>
              </a:extLst>
            </p:cNvPr>
            <p:cNvSpPr txBox="1"/>
            <p:nvPr/>
          </p:nvSpPr>
          <p:spPr>
            <a:xfrm>
              <a:off x="7645934" y="5293380"/>
              <a:ext cx="696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have</a:t>
              </a:r>
              <a:endParaRPr lang="ko-KR" alt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A23FD95-B1E2-EB13-3699-3EB41EFB6424}"/>
                </a:ext>
              </a:extLst>
            </p:cNvPr>
            <p:cNvSpPr txBox="1"/>
            <p:nvPr/>
          </p:nvSpPr>
          <p:spPr>
            <a:xfrm>
              <a:off x="6968836" y="5569112"/>
              <a:ext cx="6174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nice</a:t>
              </a:r>
              <a:endParaRPr lang="ko-KR" alt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FBAD513-0123-B448-59C4-533E2221AFA2}"/>
                </a:ext>
              </a:extLst>
            </p:cNvPr>
            <p:cNvSpPr txBox="1"/>
            <p:nvPr/>
          </p:nvSpPr>
          <p:spPr>
            <a:xfrm>
              <a:off x="8335137" y="5498811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a</a:t>
              </a:r>
              <a:endParaRPr lang="ko-KR" alt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D01301-A410-0278-44CE-C0716C40E053}"/>
                </a:ext>
              </a:extLst>
            </p:cNvPr>
            <p:cNvSpPr txBox="1"/>
            <p:nvPr/>
          </p:nvSpPr>
          <p:spPr>
            <a:xfrm>
              <a:off x="7634212" y="5627437"/>
              <a:ext cx="6174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are</a:t>
              </a:r>
              <a:endParaRPr lang="ko-KR" alt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50AF4AD-553C-6BEA-9D55-C27EEA87B037}"/>
                </a:ext>
              </a:extLst>
            </p:cNvPr>
            <p:cNvSpPr txBox="1"/>
            <p:nvPr/>
          </p:nvSpPr>
          <p:spPr>
            <a:xfrm>
              <a:off x="7047703" y="4825976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how</a:t>
              </a:r>
              <a:endParaRPr lang="ko-KR" alt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401336E-AA1B-A9CE-3103-54DCA6975C36}"/>
                </a:ext>
              </a:extLst>
            </p:cNvPr>
            <p:cNvSpPr txBox="1"/>
            <p:nvPr/>
          </p:nvSpPr>
          <p:spPr>
            <a:xfrm>
              <a:off x="7820230" y="4879491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Nice</a:t>
              </a:r>
              <a:endParaRPr lang="ko-KR" alt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6374B21-AF65-ABDE-64AD-10003906BEC7}"/>
                </a:ext>
              </a:extLst>
            </p:cNvPr>
            <p:cNvSpPr txBox="1"/>
            <p:nvPr/>
          </p:nvSpPr>
          <p:spPr>
            <a:xfrm>
              <a:off x="8262732" y="5242155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you</a:t>
              </a:r>
              <a:endParaRPr lang="ko-KR" alt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321E55E-D9E0-29A5-2024-B301383EC8A1}"/>
                </a:ext>
              </a:extLst>
            </p:cNvPr>
            <p:cNvSpPr txBox="1"/>
            <p:nvPr/>
          </p:nvSpPr>
          <p:spPr>
            <a:xfrm>
              <a:off x="7032861" y="5272371"/>
              <a:ext cx="513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see</a:t>
              </a:r>
              <a:endParaRPr lang="ko-KR" alt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18C857-357A-A273-D72A-81AE5F9B42E8}"/>
                </a:ext>
              </a:extLst>
            </p:cNvPr>
            <p:cNvSpPr txBox="1"/>
            <p:nvPr/>
          </p:nvSpPr>
          <p:spPr>
            <a:xfrm>
              <a:off x="8382253" y="4968947"/>
              <a:ext cx="6880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How</a:t>
              </a:r>
              <a:endParaRPr lang="ko-KR" alt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327F9C9-71B3-1AE4-B64A-1C7CE851955C}"/>
                </a:ext>
              </a:extLst>
            </p:cNvPr>
            <p:cNvSpPr txBox="1"/>
            <p:nvPr/>
          </p:nvSpPr>
          <p:spPr>
            <a:xfrm>
              <a:off x="7664428" y="4403471"/>
              <a:ext cx="5661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day</a:t>
              </a:r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2E17380-EC9D-CD20-B832-C908C4AFF0C1}"/>
                </a:ext>
              </a:extLst>
            </p:cNvPr>
            <p:cNvSpPr txBox="1"/>
            <p:nvPr/>
          </p:nvSpPr>
          <p:spPr>
            <a:xfrm>
              <a:off x="8577646" y="4668307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to</a:t>
              </a:r>
              <a:endParaRPr lang="ko-KR" alt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D0C869E-4C8B-966E-9F8E-B2F98C43CF5B}"/>
                </a:ext>
              </a:extLst>
            </p:cNvPr>
            <p:cNvSpPr txBox="1"/>
            <p:nvPr/>
          </p:nvSpPr>
          <p:spPr>
            <a:xfrm>
              <a:off x="7266072" y="5072310"/>
              <a:ext cx="6880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been</a:t>
              </a:r>
              <a:endParaRPr lang="ko-KR" alt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034DF4B-2D39-6D7A-1483-36DBEB4CC13F}"/>
                </a:ext>
              </a:extLst>
            </p:cNvPr>
            <p:cNvSpPr txBox="1"/>
            <p:nvPr/>
          </p:nvSpPr>
          <p:spPr>
            <a:xfrm>
              <a:off x="8099511" y="5647891"/>
              <a:ext cx="5661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day</a:t>
              </a:r>
              <a:endParaRPr lang="ko-KR" alt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4367B2E-C309-CD8E-9004-4DF3212BDE61}"/>
              </a:ext>
            </a:extLst>
          </p:cNvPr>
          <p:cNvSpPr txBox="1"/>
          <p:nvPr/>
        </p:nvSpPr>
        <p:spPr>
          <a:xfrm>
            <a:off x="4505868" y="2312146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 vocabulary of known words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9797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7DCD8-5A03-D25A-C905-08855B281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DDA33E-3815-2C84-921F-9C40B93B6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Bag of Words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77E3A8-D475-7334-9EB5-331E95225B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529AE64-EA30-8BF8-8E83-09EBE486B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왜 </a:t>
            </a:r>
            <a:r>
              <a:rPr lang="en-US" altLang="ko-KR" dirty="0" err="1"/>
              <a:t>BoW</a:t>
            </a:r>
            <a:r>
              <a:rPr lang="ko-KR" altLang="en-US" dirty="0"/>
              <a:t>를 쓰는가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포함된 내용이 비슷하면 비슷한 컨텐츠라는 직관</a:t>
            </a:r>
            <a:endParaRPr lang="en-US" altLang="ko-KR" dirty="0"/>
          </a:p>
          <a:p>
            <a:pPr lvl="1"/>
            <a:r>
              <a:rPr lang="ko-KR" altLang="en-US" dirty="0"/>
              <a:t>글의 내용</a:t>
            </a:r>
            <a:r>
              <a:rPr lang="en-US" altLang="ko-KR" dirty="0"/>
              <a:t>(</a:t>
            </a:r>
            <a:r>
              <a:rPr lang="ko-KR" altLang="en-US" dirty="0"/>
              <a:t>어떤 단어가 몇 번 쓰이는지</a:t>
            </a:r>
            <a:r>
              <a:rPr lang="en-US" altLang="ko-KR" dirty="0"/>
              <a:t>)</a:t>
            </a:r>
            <a:r>
              <a:rPr lang="ko-KR" altLang="en-US" dirty="0"/>
              <a:t>만으로도 의미를 어느정도 배울 수 있다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BoW</a:t>
            </a:r>
            <a:r>
              <a:rPr lang="ko-KR" altLang="en-US" dirty="0"/>
              <a:t>의 문제점</a:t>
            </a:r>
            <a:endParaRPr lang="en-US" altLang="ko-KR" dirty="0"/>
          </a:p>
          <a:p>
            <a:pPr lvl="1"/>
            <a:r>
              <a:rPr lang="ko-KR" altLang="en-US" dirty="0"/>
              <a:t>글에서 단어가 등장하는 순서를 고려하지 않는다</a:t>
            </a:r>
            <a:r>
              <a:rPr lang="en-US" altLang="ko-KR" dirty="0"/>
              <a:t>. </a:t>
            </a:r>
            <a:r>
              <a:rPr lang="ko-KR" altLang="en-US" dirty="0"/>
              <a:t>따라서 글 안에서의 단어가 갖는 의미</a:t>
            </a:r>
            <a:r>
              <a:rPr lang="en-US" altLang="ko-KR" dirty="0"/>
              <a:t>, </a:t>
            </a:r>
            <a:r>
              <a:rPr lang="ko-KR" altLang="en-US" dirty="0"/>
              <a:t>즉 문맥을 무시하게 됨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예시</a:t>
            </a:r>
            <a:r>
              <a:rPr lang="en-US" altLang="ko-KR" dirty="0"/>
              <a:t>: “this is interesting” vs. “is this interesting”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2D3EDE-EFD3-E1E6-E327-F42AB0A3FB71}"/>
              </a:ext>
            </a:extLst>
          </p:cNvPr>
          <p:cNvSpPr txBox="1"/>
          <p:nvPr/>
        </p:nvSpPr>
        <p:spPr>
          <a:xfrm>
            <a:off x="1958109" y="4664364"/>
            <a:ext cx="3401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S1 = I </a:t>
            </a:r>
            <a:r>
              <a:rPr lang="en-US" altLang="ko-KR" dirty="0">
                <a:highlight>
                  <a:srgbClr val="FFFF00"/>
                </a:highlight>
              </a:rPr>
              <a:t>love</a:t>
            </a:r>
            <a:r>
              <a:rPr lang="en-US" altLang="ko-KR" dirty="0"/>
              <a:t> you but you </a:t>
            </a:r>
            <a:r>
              <a:rPr lang="en-US" altLang="ko-KR" dirty="0">
                <a:highlight>
                  <a:srgbClr val="00FF00"/>
                </a:highlight>
              </a:rPr>
              <a:t>hate</a:t>
            </a:r>
            <a:r>
              <a:rPr lang="en-US" altLang="ko-KR" dirty="0"/>
              <a:t> me</a:t>
            </a:r>
          </a:p>
          <a:p>
            <a:r>
              <a:rPr lang="en-US" altLang="ko-KR" dirty="0"/>
              <a:t>S2 = I </a:t>
            </a:r>
            <a:r>
              <a:rPr lang="en-US" altLang="ko-KR" dirty="0">
                <a:highlight>
                  <a:srgbClr val="00FF00"/>
                </a:highlight>
              </a:rPr>
              <a:t>hate</a:t>
            </a:r>
            <a:r>
              <a:rPr lang="en-US" altLang="ko-KR" dirty="0"/>
              <a:t> you but you </a:t>
            </a:r>
            <a:r>
              <a:rPr lang="en-US" altLang="ko-KR" dirty="0">
                <a:highlight>
                  <a:srgbClr val="FFFF00"/>
                </a:highlight>
              </a:rPr>
              <a:t>love</a:t>
            </a:r>
            <a:r>
              <a:rPr lang="en-US" altLang="ko-KR" dirty="0"/>
              <a:t> me</a:t>
            </a:r>
            <a:endParaRPr lang="ko-KR" altLang="en-US" dirty="0"/>
          </a:p>
        </p:txBody>
      </p:sp>
      <p:pic>
        <p:nvPicPr>
          <p:cNvPr id="10" name="그림 9" descr="Shopping Bag Icon Vector Art, Icons, and Graphics for Free Download">
            <a:extLst>
              <a:ext uri="{FF2B5EF4-FFF2-40B4-BE49-F238E27FC236}">
                <a16:creationId xmlns:a16="http://schemas.microsoft.com/office/drawing/2014/main" id="{11417C5C-E736-DFC6-6005-BEA682CA2B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91" t="10387" r="13415" b="12110"/>
          <a:stretch>
            <a:fillRect/>
          </a:stretch>
        </p:blipFill>
        <p:spPr>
          <a:xfrm>
            <a:off x="7321935" y="4027028"/>
            <a:ext cx="1794354" cy="1921002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2CDD69D-4A18-EAD2-F77B-AAC07047F39F}"/>
              </a:ext>
            </a:extLst>
          </p:cNvPr>
          <p:cNvCxnSpPr/>
          <p:nvPr/>
        </p:nvCxnSpPr>
        <p:spPr>
          <a:xfrm>
            <a:off x="5593917" y="4987529"/>
            <a:ext cx="1089890" cy="0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596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B5263-280D-0C0E-858F-6CE2FB14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42A7A8-006A-C8F5-73B8-D26992E8A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Represent the Word Similarity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F1308F-91B9-E22A-A097-BBAD7E9909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02ABE9A-A3B7-BB65-0484-A3B08A0D0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One-hot encoding</a:t>
            </a:r>
          </a:p>
          <a:p>
            <a:pPr lvl="1"/>
            <a:r>
              <a:rPr lang="ko-KR" altLang="en-US" dirty="0" err="1"/>
              <a:t>단어간의</a:t>
            </a:r>
            <a:r>
              <a:rPr lang="ko-KR" altLang="en-US" dirty="0"/>
              <a:t> 유사도를 평가하는 것이 어려웠음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단어의 개수가 늘어갈수록 차원이 높아지는 문제가 있음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해결해야 할 문제</a:t>
            </a:r>
            <a:endParaRPr lang="en-US" altLang="ko-KR" dirty="0"/>
          </a:p>
          <a:p>
            <a:pPr lvl="1"/>
            <a:r>
              <a:rPr lang="ko-KR" altLang="en-US" dirty="0"/>
              <a:t>더 낮은 차원으로 단어의 표현을 만들기</a:t>
            </a:r>
            <a:endParaRPr lang="en-US" altLang="ko-KR" dirty="0"/>
          </a:p>
          <a:p>
            <a:pPr lvl="1"/>
            <a:r>
              <a:rPr lang="ko-KR" altLang="en-US" dirty="0"/>
              <a:t>단어의 유사도를 측정하기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81E722E-A536-36E5-A902-95681167C25B}"/>
              </a:ext>
            </a:extLst>
          </p:cNvPr>
          <p:cNvGrpSpPr/>
          <p:nvPr/>
        </p:nvGrpSpPr>
        <p:grpSpPr>
          <a:xfrm>
            <a:off x="1094117" y="2222887"/>
            <a:ext cx="6707505" cy="2339201"/>
            <a:chOff x="3186545" y="2850757"/>
            <a:chExt cx="6707505" cy="233920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AFF008-18FB-DD6B-8A45-6337994C1351}"/>
                </a:ext>
              </a:extLst>
            </p:cNvPr>
            <p:cNvSpPr txBox="1"/>
            <p:nvPr/>
          </p:nvSpPr>
          <p:spPr>
            <a:xfrm>
              <a:off x="3186545" y="3558742"/>
              <a:ext cx="581891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School         = [0, 0, 0, 0, 0, 0, 0, 0, 1, ... , 0]</a:t>
              </a:r>
            </a:p>
            <a:p>
              <a:endParaRPr lang="en-US" altLang="ko-KR" sz="2000" dirty="0"/>
            </a:p>
            <a:p>
              <a:r>
                <a:rPr lang="en-US" altLang="ko-KR" sz="2000" dirty="0"/>
                <a:t>University = [0, 0, 1, 0, 0, 0, 0, 0, 0, ... , 0]</a:t>
              </a:r>
            </a:p>
            <a:p>
              <a:endParaRPr lang="en-US" altLang="ko-KR" sz="2000" dirty="0"/>
            </a:p>
            <a:p>
              <a:r>
                <a:rPr lang="en-US" altLang="ko-KR" sz="2000" dirty="0"/>
                <a:t>Academy   = [0, 0, 0, 0, 0, 0, 0, 0, 0, ... , 1]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24B3C3C-8D42-045B-B45C-FBD45C68E310}"/>
                </a:ext>
              </a:extLst>
            </p:cNvPr>
            <p:cNvSpPr/>
            <p:nvPr/>
          </p:nvSpPr>
          <p:spPr>
            <a:xfrm>
              <a:off x="5338619" y="3558742"/>
              <a:ext cx="249382" cy="1631216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CAA8576-1D4E-FBB7-C9E8-B519B6A63FD5}"/>
                </a:ext>
              </a:extLst>
            </p:cNvPr>
            <p:cNvSpPr/>
            <p:nvPr/>
          </p:nvSpPr>
          <p:spPr>
            <a:xfrm>
              <a:off x="6971146" y="3558742"/>
              <a:ext cx="249382" cy="1631216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CA79A82-12D2-4E6F-C8A8-05C85DA12668}"/>
                </a:ext>
              </a:extLst>
            </p:cNvPr>
            <p:cNvSpPr/>
            <p:nvPr/>
          </p:nvSpPr>
          <p:spPr>
            <a:xfrm>
              <a:off x="7615384" y="3558742"/>
              <a:ext cx="249382" cy="1631216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D18E34-05CE-5495-8A93-DE4F76F88B99}"/>
                </a:ext>
              </a:extLst>
            </p:cNvPr>
            <p:cNvSpPr txBox="1"/>
            <p:nvPr/>
          </p:nvSpPr>
          <p:spPr>
            <a:xfrm>
              <a:off x="7309508" y="2932175"/>
              <a:ext cx="861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School</a:t>
              </a:r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1647C3-A354-39FA-DC88-DCAD5C649C4C}"/>
                </a:ext>
              </a:extLst>
            </p:cNvPr>
            <p:cNvSpPr txBox="1"/>
            <p:nvPr/>
          </p:nvSpPr>
          <p:spPr>
            <a:xfrm>
              <a:off x="8725140" y="2937803"/>
              <a:ext cx="1168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Academy</a:t>
              </a:r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DCD6869-974A-853D-E59C-BEC6AD99ED2C}"/>
                </a:ext>
              </a:extLst>
            </p:cNvPr>
            <p:cNvSpPr txBox="1"/>
            <p:nvPr/>
          </p:nvSpPr>
          <p:spPr>
            <a:xfrm>
              <a:off x="3541149" y="2850757"/>
              <a:ext cx="12971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University</a:t>
              </a:r>
              <a:endParaRPr lang="ko-KR" altLang="en-US" dirty="0"/>
            </a:p>
          </p:txBody>
        </p:sp>
        <p:cxnSp>
          <p:nvCxnSpPr>
            <p:cNvPr id="17" name="연결선: 구부러짐 16">
              <a:extLst>
                <a:ext uri="{FF2B5EF4-FFF2-40B4-BE49-F238E27FC236}">
                  <a16:creationId xmlns:a16="http://schemas.microsoft.com/office/drawing/2014/main" id="{30DAF55C-29CF-C933-B27D-44B6ECC8F6A9}"/>
                </a:ext>
              </a:extLst>
            </p:cNvPr>
            <p:cNvCxnSpPr>
              <a:cxnSpLocks/>
              <a:stCxn id="16" idx="3"/>
              <a:endCxn id="7" idx="0"/>
            </p:cNvCxnSpPr>
            <p:nvPr/>
          </p:nvCxnSpPr>
          <p:spPr>
            <a:xfrm>
              <a:off x="4838299" y="3035423"/>
              <a:ext cx="625011" cy="523319"/>
            </a:xfrm>
            <a:prstGeom prst="curvedConnector2">
              <a:avLst/>
            </a:prstGeom>
            <a:ln w="190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연결선: 구부러짐 17">
              <a:extLst>
                <a:ext uri="{FF2B5EF4-FFF2-40B4-BE49-F238E27FC236}">
                  <a16:creationId xmlns:a16="http://schemas.microsoft.com/office/drawing/2014/main" id="{B1D9904D-FF5B-226C-0F27-5596B053375F}"/>
                </a:ext>
              </a:extLst>
            </p:cNvPr>
            <p:cNvCxnSpPr>
              <a:cxnSpLocks/>
              <a:stCxn id="14" idx="1"/>
              <a:endCxn id="11" idx="0"/>
            </p:cNvCxnSpPr>
            <p:nvPr/>
          </p:nvCxnSpPr>
          <p:spPr>
            <a:xfrm rot="10800000" flipV="1">
              <a:off x="7095838" y="3116840"/>
              <a:ext cx="213671" cy="441901"/>
            </a:xfrm>
            <a:prstGeom prst="curvedConnector2">
              <a:avLst/>
            </a:prstGeom>
            <a:ln w="190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연결선: 구부러짐 18">
              <a:extLst>
                <a:ext uri="{FF2B5EF4-FFF2-40B4-BE49-F238E27FC236}">
                  <a16:creationId xmlns:a16="http://schemas.microsoft.com/office/drawing/2014/main" id="{29F09B55-6392-A7E6-19B1-16E3E2B581A5}"/>
                </a:ext>
              </a:extLst>
            </p:cNvPr>
            <p:cNvCxnSpPr>
              <a:cxnSpLocks/>
              <a:stCxn id="15" idx="1"/>
              <a:endCxn id="13" idx="0"/>
            </p:cNvCxnSpPr>
            <p:nvPr/>
          </p:nvCxnSpPr>
          <p:spPr>
            <a:xfrm rot="10800000" flipV="1">
              <a:off x="7740076" y="3122468"/>
              <a:ext cx="985065" cy="436273"/>
            </a:xfrm>
            <a:prstGeom prst="curvedConnector2">
              <a:avLst/>
            </a:prstGeom>
            <a:ln w="190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D72F8B06-0128-8AA3-25BD-33FBCAF7AA59}"/>
              </a:ext>
            </a:extLst>
          </p:cNvPr>
          <p:cNvSpPr txBox="1"/>
          <p:nvPr/>
        </p:nvSpPr>
        <p:spPr>
          <a:xfrm>
            <a:off x="2481869" y="6118100"/>
            <a:ext cx="7228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정해진 벡터의 차원을 가지고 단어를 표현할 수 있을까</a:t>
            </a:r>
            <a:r>
              <a:rPr lang="en-US" altLang="ko-KR" dirty="0"/>
              <a:t>? (Dense</a:t>
            </a:r>
            <a:r>
              <a:rPr lang="ko-KR" altLang="en-US" dirty="0"/>
              <a:t> </a:t>
            </a:r>
            <a:r>
              <a:rPr lang="en-US" altLang="ko-KR" dirty="0"/>
              <a:t>vector)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3626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7E2FE-48FA-910E-F537-15E6AC9C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4D271-1B79-3414-93EA-D61A5546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Represent the Word Similarity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D65BB8-962C-93D4-E8F6-C739BD6B47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9F419F5-8A47-B221-23A3-7D3283C62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어떻게 단어의 유사도를 표현할 것인가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E269AC4-58D6-7A58-2D53-FD43D579B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476375"/>
            <a:ext cx="9144000" cy="272891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DE78A08-3EED-7494-04E7-DAB326D68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679" y="4900435"/>
            <a:ext cx="6382641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75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D4656-56FB-B2F0-CF0E-BA17466D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108AE0-0E03-68BF-7A14-332B2495E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Using Vectors to represent things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53BBC1-7DCE-AB23-AC98-2557154E0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A4636C9-5BB6-3F4F-2534-0E2E40EE4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인격 검사를 한다고 가정</a:t>
            </a:r>
            <a:endParaRPr lang="en-US" altLang="ko-KR" dirty="0"/>
          </a:p>
          <a:p>
            <a:pPr lvl="1"/>
            <a:r>
              <a:rPr lang="ko-KR" altLang="en-US" dirty="0"/>
              <a:t>개방성</a:t>
            </a:r>
            <a:r>
              <a:rPr lang="en-US" altLang="ko-KR" dirty="0"/>
              <a:t>, </a:t>
            </a:r>
            <a:r>
              <a:rPr lang="ko-KR" altLang="en-US" dirty="0"/>
              <a:t>친화성</a:t>
            </a:r>
            <a:r>
              <a:rPr lang="en-US" altLang="ko-KR" dirty="0"/>
              <a:t>, </a:t>
            </a:r>
            <a:r>
              <a:rPr lang="ko-KR" altLang="en-US" dirty="0"/>
              <a:t>성실성</a:t>
            </a:r>
            <a:r>
              <a:rPr lang="en-US" altLang="ko-KR" dirty="0"/>
              <a:t>, </a:t>
            </a:r>
            <a:r>
              <a:rPr lang="ko-KR" altLang="en-US" dirty="0"/>
              <a:t>신경성</a:t>
            </a:r>
            <a:r>
              <a:rPr lang="en-US" altLang="ko-KR" dirty="0"/>
              <a:t>, </a:t>
            </a:r>
            <a:r>
              <a:rPr lang="ko-KR" altLang="en-US" dirty="0"/>
              <a:t>외향성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3" name="그림 2" descr="Lionel Messi - 플레이어 프로필 2026 | Transfermarkt">
            <a:extLst>
              <a:ext uri="{FF2B5EF4-FFF2-40B4-BE49-F238E27FC236}">
                <a16:creationId xmlns:a16="http://schemas.microsoft.com/office/drawing/2014/main" id="{E4B04502-0EBA-5494-2C93-AD82499E8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7" y="2493979"/>
            <a:ext cx="832957" cy="1082421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2D1A386-387E-9B26-6E3C-6842AABC0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285340"/>
              </p:ext>
            </p:extLst>
          </p:nvPr>
        </p:nvGraphicFramePr>
        <p:xfrm>
          <a:off x="2768850" y="2847514"/>
          <a:ext cx="24568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375">
                  <a:extLst>
                    <a:ext uri="{9D8B030D-6E8A-4147-A177-3AD203B41FA5}">
                      <a16:colId xmlns:a16="http://schemas.microsoft.com/office/drawing/2014/main" val="1117552654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43648223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3461563093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09846119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96288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781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C409CE7-87F9-A1C6-45E4-3CB1FB5BCBC8}"/>
              </a:ext>
            </a:extLst>
          </p:cNvPr>
          <p:cNvSpPr txBox="1"/>
          <p:nvPr/>
        </p:nvSpPr>
        <p:spPr>
          <a:xfrm rot="19089129">
            <a:off x="2778818" y="241183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개방성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5FA7C0E-3D54-A860-05D4-6EC719093744}"/>
              </a:ext>
            </a:extLst>
          </p:cNvPr>
          <p:cNvCxnSpPr/>
          <p:nvPr/>
        </p:nvCxnSpPr>
        <p:spPr>
          <a:xfrm>
            <a:off x="9116291" y="2215067"/>
            <a:ext cx="0" cy="292792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02B5E74-52FC-5747-33F0-EBF76D94D00F}"/>
              </a:ext>
            </a:extLst>
          </p:cNvPr>
          <p:cNvSpPr txBox="1"/>
          <p:nvPr/>
        </p:nvSpPr>
        <p:spPr>
          <a:xfrm>
            <a:off x="8677709" y="17014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개방성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730379-F43B-2157-0CF7-052E0F3C7D28}"/>
              </a:ext>
            </a:extLst>
          </p:cNvPr>
          <p:cNvSpPr txBox="1"/>
          <p:nvPr/>
        </p:nvSpPr>
        <p:spPr>
          <a:xfrm>
            <a:off x="8542094" y="2030401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9F58DD-8054-E581-97B6-6BE40B5429E5}"/>
              </a:ext>
            </a:extLst>
          </p:cNvPr>
          <p:cNvSpPr txBox="1"/>
          <p:nvPr/>
        </p:nvSpPr>
        <p:spPr>
          <a:xfrm>
            <a:off x="8665525" y="495832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A6E6772-E686-5CA3-DF05-D6BE2A9C14BE}"/>
              </a:ext>
            </a:extLst>
          </p:cNvPr>
          <p:cNvCxnSpPr>
            <a:cxnSpLocks/>
          </p:cNvCxnSpPr>
          <p:nvPr/>
        </p:nvCxnSpPr>
        <p:spPr>
          <a:xfrm>
            <a:off x="7211920" y="3679031"/>
            <a:ext cx="379614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68D6582-554B-7FCA-9C3F-4EC881D5C1E4}"/>
              </a:ext>
            </a:extLst>
          </p:cNvPr>
          <p:cNvSpPr txBox="1"/>
          <p:nvPr/>
        </p:nvSpPr>
        <p:spPr>
          <a:xfrm>
            <a:off x="6515879" y="32070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친화성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4E4F2C-3540-9914-0625-5C4B666A959D}"/>
              </a:ext>
            </a:extLst>
          </p:cNvPr>
          <p:cNvSpPr txBox="1"/>
          <p:nvPr/>
        </p:nvSpPr>
        <p:spPr>
          <a:xfrm>
            <a:off x="7060851" y="372407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75983F-8E83-6461-CD10-55A8837CBB21}"/>
              </a:ext>
            </a:extLst>
          </p:cNvPr>
          <p:cNvSpPr txBox="1"/>
          <p:nvPr/>
        </p:nvSpPr>
        <p:spPr>
          <a:xfrm>
            <a:off x="10786709" y="3722316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100</a:t>
            </a:r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A025A6F-E596-CA17-9237-CBD3828E7ECA}"/>
              </a:ext>
            </a:extLst>
          </p:cNvPr>
          <p:cNvCxnSpPr>
            <a:cxnSpLocks/>
          </p:cNvCxnSpPr>
          <p:nvPr/>
        </p:nvCxnSpPr>
        <p:spPr>
          <a:xfrm>
            <a:off x="9109992" y="3679030"/>
            <a:ext cx="1248589" cy="357261"/>
          </a:xfrm>
          <a:prstGeom prst="straightConnector1">
            <a:avLst/>
          </a:prstGeom>
          <a:ln w="19050">
            <a:solidFill>
              <a:srgbClr val="EC8B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그림 31" descr="크리스티아누 호날두 - 나무위키">
            <a:extLst>
              <a:ext uri="{FF2B5EF4-FFF2-40B4-BE49-F238E27FC236}">
                <a16:creationId xmlns:a16="http://schemas.microsoft.com/office/drawing/2014/main" id="{7C055E6C-D01F-D4F4-FE10-A37F25270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7" y="3722316"/>
            <a:ext cx="964173" cy="108242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F3069A0-4A0B-6B5C-DCB0-53F2A2DFD66E}"/>
              </a:ext>
            </a:extLst>
          </p:cNvPr>
          <p:cNvSpPr txBox="1"/>
          <p:nvPr/>
        </p:nvSpPr>
        <p:spPr>
          <a:xfrm rot="19089129">
            <a:off x="3255398" y="241183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친화성</a:t>
            </a: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514F8147-FEFA-3A52-7560-BEA2EA5DB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73207"/>
              </p:ext>
            </p:extLst>
          </p:nvPr>
        </p:nvGraphicFramePr>
        <p:xfrm>
          <a:off x="2768849" y="4250655"/>
          <a:ext cx="2456875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1375">
                  <a:extLst>
                    <a:ext uri="{9D8B030D-6E8A-4147-A177-3AD203B41FA5}">
                      <a16:colId xmlns:a16="http://schemas.microsoft.com/office/drawing/2014/main" val="1117552654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43648223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3461563093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09846119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96288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7817"/>
                  </a:ext>
                </a:extLst>
              </a:tr>
            </a:tbl>
          </a:graphicData>
        </a:graphic>
      </p:graphicFrame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CE25D6A-6817-72D4-B495-22C4A98F3879}"/>
              </a:ext>
            </a:extLst>
          </p:cNvPr>
          <p:cNvCxnSpPr>
            <a:cxnSpLocks/>
          </p:cNvCxnSpPr>
          <p:nvPr/>
        </p:nvCxnSpPr>
        <p:spPr>
          <a:xfrm flipH="1">
            <a:off x="7816312" y="3656577"/>
            <a:ext cx="1320321" cy="594078"/>
          </a:xfrm>
          <a:prstGeom prst="straightConnector1">
            <a:avLst/>
          </a:prstGeom>
          <a:ln w="19050">
            <a:solidFill>
              <a:srgbClr val="98B2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9C5DCBCF-EF06-3A49-FFF3-CCC6F321E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189882"/>
              </p:ext>
            </p:extLst>
          </p:nvPr>
        </p:nvGraphicFramePr>
        <p:xfrm>
          <a:off x="2768849" y="5567823"/>
          <a:ext cx="2456875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91375">
                  <a:extLst>
                    <a:ext uri="{9D8B030D-6E8A-4147-A177-3AD203B41FA5}">
                      <a16:colId xmlns:a16="http://schemas.microsoft.com/office/drawing/2014/main" val="1117552654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43648223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3461563093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09846119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96288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7817"/>
                  </a:ext>
                </a:extLst>
              </a:tr>
            </a:tbl>
          </a:graphicData>
        </a:graphic>
      </p:graphicFrame>
      <p:pic>
        <p:nvPicPr>
          <p:cNvPr id="42" name="그림 41" descr="박지성, 이젠 맨유서도 '캡틴 박!'">
            <a:extLst>
              <a:ext uri="{FF2B5EF4-FFF2-40B4-BE49-F238E27FC236}">
                <a16:creationId xmlns:a16="http://schemas.microsoft.com/office/drawing/2014/main" id="{344932BC-FC1F-A52A-3F23-42802B85F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714" y="4976802"/>
            <a:ext cx="1084980" cy="1467253"/>
          </a:xfrm>
          <a:prstGeom prst="rect">
            <a:avLst/>
          </a:prstGeom>
        </p:spPr>
      </p:pic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8193014B-CB9E-03C8-24D3-34299E21049A}"/>
              </a:ext>
            </a:extLst>
          </p:cNvPr>
          <p:cNvCxnSpPr>
            <a:cxnSpLocks/>
          </p:cNvCxnSpPr>
          <p:nvPr/>
        </p:nvCxnSpPr>
        <p:spPr>
          <a:xfrm>
            <a:off x="9096276" y="3679029"/>
            <a:ext cx="417089" cy="454395"/>
          </a:xfrm>
          <a:prstGeom prst="straightConnector1">
            <a:avLst/>
          </a:prstGeom>
          <a:ln w="19050">
            <a:solidFill>
              <a:srgbClr val="FEAE5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196887A-600A-B940-316F-E402B85D81B4}"/>
              </a:ext>
            </a:extLst>
          </p:cNvPr>
          <p:cNvSpPr txBox="1"/>
          <p:nvPr/>
        </p:nvSpPr>
        <p:spPr>
          <a:xfrm>
            <a:off x="7331884" y="426352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호날두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296FA4-981E-F3CB-709E-36495C882BAA}"/>
              </a:ext>
            </a:extLst>
          </p:cNvPr>
          <p:cNvSpPr txBox="1"/>
          <p:nvPr/>
        </p:nvSpPr>
        <p:spPr>
          <a:xfrm>
            <a:off x="10130902" y="40405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메시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00FE92-3EB1-2841-4E11-2F585D0BDC9E}"/>
              </a:ext>
            </a:extLst>
          </p:cNvPr>
          <p:cNvSpPr txBox="1"/>
          <p:nvPr/>
        </p:nvSpPr>
        <p:spPr>
          <a:xfrm>
            <a:off x="9106815" y="41671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박지성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8837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91B80-5CD3-CCE0-107F-512CC4360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97D783-7C11-E7F1-9579-75CBF47A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Using Vectors to represent things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75CEE3-340C-8621-91A8-BD05EFFE5D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83CA945-F156-B721-D1BB-3C482C24A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호날두와</a:t>
            </a:r>
            <a:r>
              <a:rPr lang="ko-KR" altLang="en-US" dirty="0"/>
              <a:t> 박지성 중 메시와 성격이 더 유사한 사람은 누구인가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546A450-F0C1-ED44-B02F-0CD23E84B3AD}"/>
              </a:ext>
            </a:extLst>
          </p:cNvPr>
          <p:cNvCxnSpPr/>
          <p:nvPr/>
        </p:nvCxnSpPr>
        <p:spPr>
          <a:xfrm>
            <a:off x="9116291" y="2215067"/>
            <a:ext cx="0" cy="292792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F1B3E1-C449-90E4-47D5-2B3CD9D35AAD}"/>
              </a:ext>
            </a:extLst>
          </p:cNvPr>
          <p:cNvSpPr txBox="1"/>
          <p:nvPr/>
        </p:nvSpPr>
        <p:spPr>
          <a:xfrm>
            <a:off x="8677709" y="17014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개방성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C9426A-1EFC-27A2-6FEE-3E434DE7E41C}"/>
              </a:ext>
            </a:extLst>
          </p:cNvPr>
          <p:cNvSpPr txBox="1"/>
          <p:nvPr/>
        </p:nvSpPr>
        <p:spPr>
          <a:xfrm>
            <a:off x="8542094" y="2030401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2C0382-0042-6FA5-7DD5-F22A8AF3A91A}"/>
              </a:ext>
            </a:extLst>
          </p:cNvPr>
          <p:cNvSpPr txBox="1"/>
          <p:nvPr/>
        </p:nvSpPr>
        <p:spPr>
          <a:xfrm>
            <a:off x="8665525" y="495832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9F09BB0-00FF-564E-F5DB-5B130E8ED9FF}"/>
              </a:ext>
            </a:extLst>
          </p:cNvPr>
          <p:cNvCxnSpPr>
            <a:cxnSpLocks/>
          </p:cNvCxnSpPr>
          <p:nvPr/>
        </p:nvCxnSpPr>
        <p:spPr>
          <a:xfrm>
            <a:off x="7211920" y="3679031"/>
            <a:ext cx="379614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C4CA200-61D4-2B34-5427-4C51B1A8B607}"/>
              </a:ext>
            </a:extLst>
          </p:cNvPr>
          <p:cNvSpPr txBox="1"/>
          <p:nvPr/>
        </p:nvSpPr>
        <p:spPr>
          <a:xfrm>
            <a:off x="6515879" y="32070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친화성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144646-7C15-A431-F4E2-97B2B74372C0}"/>
              </a:ext>
            </a:extLst>
          </p:cNvPr>
          <p:cNvSpPr txBox="1"/>
          <p:nvPr/>
        </p:nvSpPr>
        <p:spPr>
          <a:xfrm>
            <a:off x="7060851" y="372407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DCD7F9-E21F-926C-9EA3-C7FF20630090}"/>
              </a:ext>
            </a:extLst>
          </p:cNvPr>
          <p:cNvSpPr txBox="1"/>
          <p:nvPr/>
        </p:nvSpPr>
        <p:spPr>
          <a:xfrm>
            <a:off x="10786709" y="3722316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100</a:t>
            </a:r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860DB73-E02E-08E0-66DE-73CDE230B9C0}"/>
              </a:ext>
            </a:extLst>
          </p:cNvPr>
          <p:cNvCxnSpPr>
            <a:cxnSpLocks/>
          </p:cNvCxnSpPr>
          <p:nvPr/>
        </p:nvCxnSpPr>
        <p:spPr>
          <a:xfrm>
            <a:off x="9109992" y="3679030"/>
            <a:ext cx="1248589" cy="357261"/>
          </a:xfrm>
          <a:prstGeom prst="straightConnector1">
            <a:avLst/>
          </a:prstGeom>
          <a:ln w="19050">
            <a:solidFill>
              <a:srgbClr val="EC8B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D33AAAC-C750-AB7C-80A4-70010597B4D2}"/>
              </a:ext>
            </a:extLst>
          </p:cNvPr>
          <p:cNvCxnSpPr>
            <a:cxnSpLocks/>
          </p:cNvCxnSpPr>
          <p:nvPr/>
        </p:nvCxnSpPr>
        <p:spPr>
          <a:xfrm flipH="1">
            <a:off x="7816312" y="3656577"/>
            <a:ext cx="1320321" cy="594078"/>
          </a:xfrm>
          <a:prstGeom prst="straightConnector1">
            <a:avLst/>
          </a:prstGeom>
          <a:ln w="19050">
            <a:solidFill>
              <a:srgbClr val="98B2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9E9A432-4485-E513-E308-61AD667F7950}"/>
              </a:ext>
            </a:extLst>
          </p:cNvPr>
          <p:cNvCxnSpPr>
            <a:cxnSpLocks/>
          </p:cNvCxnSpPr>
          <p:nvPr/>
        </p:nvCxnSpPr>
        <p:spPr>
          <a:xfrm>
            <a:off x="9096276" y="3679029"/>
            <a:ext cx="417089" cy="454395"/>
          </a:xfrm>
          <a:prstGeom prst="straightConnector1">
            <a:avLst/>
          </a:prstGeom>
          <a:ln w="19050">
            <a:solidFill>
              <a:srgbClr val="FEAE5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81067C6-D40C-F799-D734-0B5EC2C4345F}"/>
              </a:ext>
            </a:extLst>
          </p:cNvPr>
          <p:cNvSpPr txBox="1"/>
          <p:nvPr/>
        </p:nvSpPr>
        <p:spPr>
          <a:xfrm>
            <a:off x="7331884" y="426352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호날두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F02322-DEC4-32E8-D968-DE73EEF9A0F9}"/>
              </a:ext>
            </a:extLst>
          </p:cNvPr>
          <p:cNvSpPr txBox="1"/>
          <p:nvPr/>
        </p:nvSpPr>
        <p:spPr>
          <a:xfrm>
            <a:off x="10130902" y="40405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메시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6007C7-F834-4365-0B36-E529E95B6007}"/>
              </a:ext>
            </a:extLst>
          </p:cNvPr>
          <p:cNvSpPr txBox="1"/>
          <p:nvPr/>
        </p:nvSpPr>
        <p:spPr>
          <a:xfrm>
            <a:off x="9106815" y="41671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박지성</a:t>
            </a:r>
            <a:endParaRPr lang="ko-KR" altLang="en-US" dirty="0"/>
          </a:p>
        </p:txBody>
      </p:sp>
      <p:pic>
        <p:nvPicPr>
          <p:cNvPr id="5" name="그림 4" descr="딥러닝 / 수학] 코사인 유사도 cosine similarity 이해하기">
            <a:extLst>
              <a:ext uri="{FF2B5EF4-FFF2-40B4-BE49-F238E27FC236}">
                <a16:creationId xmlns:a16="http://schemas.microsoft.com/office/drawing/2014/main" id="{455D324A-EFB4-4B19-B390-455026558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01" y="3451254"/>
            <a:ext cx="4200525" cy="1085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178149-6388-7F6C-7735-7A4F799199C0}"/>
              </a:ext>
            </a:extLst>
          </p:cNvPr>
          <p:cNvSpPr txBox="1"/>
          <p:nvPr/>
        </p:nvSpPr>
        <p:spPr>
          <a:xfrm>
            <a:off x="581822" y="2695823"/>
            <a:ext cx="36968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코사인 유사도</a:t>
            </a:r>
            <a:endParaRPr lang="en-US" altLang="ko-KR" b="1" dirty="0"/>
          </a:p>
          <a:p>
            <a:r>
              <a:rPr lang="ko-KR" altLang="en-US" dirty="0"/>
              <a:t>두 벡터의 유사도를 측정하는 방법</a:t>
            </a:r>
          </a:p>
        </p:txBody>
      </p:sp>
    </p:spTree>
    <p:extLst>
      <p:ext uri="{BB962C8B-B14F-4D97-AF65-F5344CB8AC3E}">
        <p14:creationId xmlns:p14="http://schemas.microsoft.com/office/powerpoint/2010/main" val="1631534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F1C41-0C3F-FDBE-BCBA-F27C6E37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41341CB-DB98-6728-4000-00142EB119BA}"/>
              </a:ext>
            </a:extLst>
          </p:cNvPr>
          <p:cNvSpPr txBox="1"/>
          <p:nvPr/>
        </p:nvSpPr>
        <p:spPr>
          <a:xfrm>
            <a:off x="7492447" y="5567823"/>
            <a:ext cx="371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Cos(                     ,                    ) ~ 0.89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DED4CE4-DE82-4AAF-FA09-DE265C4F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Using Vectors to represent things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D5DD1D-61D9-C255-9813-652D09F266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AE637C3-7CC9-1AA7-4026-5C3FE794E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호날두와</a:t>
            </a:r>
            <a:r>
              <a:rPr lang="ko-KR" altLang="en-US" dirty="0"/>
              <a:t> 박지성 중 메시와 성격이 더 유사한 사람은 누구인가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1E49005-2E2B-7F96-E14E-441121B61888}"/>
              </a:ext>
            </a:extLst>
          </p:cNvPr>
          <p:cNvCxnSpPr/>
          <p:nvPr/>
        </p:nvCxnSpPr>
        <p:spPr>
          <a:xfrm>
            <a:off x="9116291" y="2215067"/>
            <a:ext cx="0" cy="292792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567051-04A6-7D20-39AA-A889A209AA5C}"/>
              </a:ext>
            </a:extLst>
          </p:cNvPr>
          <p:cNvSpPr txBox="1"/>
          <p:nvPr/>
        </p:nvSpPr>
        <p:spPr>
          <a:xfrm>
            <a:off x="8677709" y="17014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개방성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4E00AE-2F54-FD9A-4978-40C059315D58}"/>
              </a:ext>
            </a:extLst>
          </p:cNvPr>
          <p:cNvSpPr txBox="1"/>
          <p:nvPr/>
        </p:nvSpPr>
        <p:spPr>
          <a:xfrm>
            <a:off x="8542094" y="2030401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785333-1BD3-DA49-68B9-704991D50BB4}"/>
              </a:ext>
            </a:extLst>
          </p:cNvPr>
          <p:cNvSpPr txBox="1"/>
          <p:nvPr/>
        </p:nvSpPr>
        <p:spPr>
          <a:xfrm>
            <a:off x="8665525" y="495832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3B16F2F-70F3-AF50-BE37-ECD5177B6FC7}"/>
              </a:ext>
            </a:extLst>
          </p:cNvPr>
          <p:cNvCxnSpPr>
            <a:cxnSpLocks/>
          </p:cNvCxnSpPr>
          <p:nvPr/>
        </p:nvCxnSpPr>
        <p:spPr>
          <a:xfrm>
            <a:off x="7211920" y="3679031"/>
            <a:ext cx="379614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806AAFE-E85C-B3F7-DC3A-16BF13DC50F9}"/>
              </a:ext>
            </a:extLst>
          </p:cNvPr>
          <p:cNvSpPr txBox="1"/>
          <p:nvPr/>
        </p:nvSpPr>
        <p:spPr>
          <a:xfrm>
            <a:off x="6515879" y="32070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친화성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E27ABF-A56A-83FE-91BC-282192FC39DC}"/>
              </a:ext>
            </a:extLst>
          </p:cNvPr>
          <p:cNvSpPr txBox="1"/>
          <p:nvPr/>
        </p:nvSpPr>
        <p:spPr>
          <a:xfrm>
            <a:off x="7060851" y="372407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67B9FF-7736-AC82-7D04-2733A42080F1}"/>
              </a:ext>
            </a:extLst>
          </p:cNvPr>
          <p:cNvSpPr txBox="1"/>
          <p:nvPr/>
        </p:nvSpPr>
        <p:spPr>
          <a:xfrm>
            <a:off x="10786709" y="3722316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100</a:t>
            </a:r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A42C8DF-59DE-0337-640A-FD109CA6E991}"/>
              </a:ext>
            </a:extLst>
          </p:cNvPr>
          <p:cNvCxnSpPr>
            <a:cxnSpLocks/>
          </p:cNvCxnSpPr>
          <p:nvPr/>
        </p:nvCxnSpPr>
        <p:spPr>
          <a:xfrm>
            <a:off x="9109992" y="3679030"/>
            <a:ext cx="1248589" cy="357261"/>
          </a:xfrm>
          <a:prstGeom prst="straightConnector1">
            <a:avLst/>
          </a:prstGeom>
          <a:ln w="19050">
            <a:solidFill>
              <a:srgbClr val="EC8B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E4782A6-7AE1-FC57-1567-9C36CCED8705}"/>
              </a:ext>
            </a:extLst>
          </p:cNvPr>
          <p:cNvCxnSpPr>
            <a:cxnSpLocks/>
          </p:cNvCxnSpPr>
          <p:nvPr/>
        </p:nvCxnSpPr>
        <p:spPr>
          <a:xfrm flipH="1">
            <a:off x="7816312" y="3656577"/>
            <a:ext cx="1320321" cy="594078"/>
          </a:xfrm>
          <a:prstGeom prst="straightConnector1">
            <a:avLst/>
          </a:prstGeom>
          <a:ln w="19050">
            <a:solidFill>
              <a:srgbClr val="98B2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B92F352-36CC-09C6-EB01-E92760CBA05E}"/>
              </a:ext>
            </a:extLst>
          </p:cNvPr>
          <p:cNvCxnSpPr>
            <a:cxnSpLocks/>
          </p:cNvCxnSpPr>
          <p:nvPr/>
        </p:nvCxnSpPr>
        <p:spPr>
          <a:xfrm>
            <a:off x="9096276" y="3679029"/>
            <a:ext cx="417089" cy="454395"/>
          </a:xfrm>
          <a:prstGeom prst="straightConnector1">
            <a:avLst/>
          </a:prstGeom>
          <a:ln w="19050">
            <a:solidFill>
              <a:srgbClr val="FEAE5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C621425-383F-A406-E5D0-2E0A58F44301}"/>
              </a:ext>
            </a:extLst>
          </p:cNvPr>
          <p:cNvSpPr txBox="1"/>
          <p:nvPr/>
        </p:nvSpPr>
        <p:spPr>
          <a:xfrm>
            <a:off x="7331884" y="426352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호날두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BC1F12-6EFF-5F05-FB94-7F0D5CC1D3B5}"/>
              </a:ext>
            </a:extLst>
          </p:cNvPr>
          <p:cNvSpPr txBox="1"/>
          <p:nvPr/>
        </p:nvSpPr>
        <p:spPr>
          <a:xfrm>
            <a:off x="10130902" y="40405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메시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B12ABD-AF83-0CF1-1546-CE983AAD0A01}"/>
              </a:ext>
            </a:extLst>
          </p:cNvPr>
          <p:cNvSpPr txBox="1"/>
          <p:nvPr/>
        </p:nvSpPr>
        <p:spPr>
          <a:xfrm>
            <a:off x="9106815" y="41671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박지성</a:t>
            </a:r>
            <a:endParaRPr lang="ko-KR" altLang="en-US" dirty="0"/>
          </a:p>
        </p:txBody>
      </p:sp>
      <p:pic>
        <p:nvPicPr>
          <p:cNvPr id="5" name="그림 4" descr="딥러닝 / 수학] 코사인 유사도 cosine similarity 이해하기">
            <a:extLst>
              <a:ext uri="{FF2B5EF4-FFF2-40B4-BE49-F238E27FC236}">
                <a16:creationId xmlns:a16="http://schemas.microsoft.com/office/drawing/2014/main" id="{D599DDAC-91FA-CBDA-99B8-FC01EAD44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01" y="3451254"/>
            <a:ext cx="4200525" cy="1085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945E62-1456-A18B-635A-4D6CC3E307ED}"/>
              </a:ext>
            </a:extLst>
          </p:cNvPr>
          <p:cNvSpPr txBox="1"/>
          <p:nvPr/>
        </p:nvSpPr>
        <p:spPr>
          <a:xfrm>
            <a:off x="581822" y="2695823"/>
            <a:ext cx="36968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코사인 유사도</a:t>
            </a:r>
            <a:endParaRPr lang="en-US" altLang="ko-KR" b="1" dirty="0"/>
          </a:p>
          <a:p>
            <a:r>
              <a:rPr lang="ko-KR" altLang="en-US" dirty="0"/>
              <a:t>두 벡터의 유사도를 측정하는 방법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90A5983-1F26-5489-C951-BB1A62602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553925"/>
              </p:ext>
            </p:extLst>
          </p:nvPr>
        </p:nvGraphicFramePr>
        <p:xfrm>
          <a:off x="8103512" y="5567823"/>
          <a:ext cx="9827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375">
                  <a:extLst>
                    <a:ext uri="{9D8B030D-6E8A-4147-A177-3AD203B41FA5}">
                      <a16:colId xmlns:a16="http://schemas.microsoft.com/office/drawing/2014/main" val="1117552654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43648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781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A7033E9-FD51-FA17-1D51-875E107FD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635650"/>
              </p:ext>
            </p:extLst>
          </p:nvPr>
        </p:nvGraphicFramePr>
        <p:xfrm>
          <a:off x="9304820" y="5566315"/>
          <a:ext cx="98275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1375">
                  <a:extLst>
                    <a:ext uri="{9D8B030D-6E8A-4147-A177-3AD203B41FA5}">
                      <a16:colId xmlns:a16="http://schemas.microsoft.com/office/drawing/2014/main" val="1117552654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43648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7817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A94E38D-A208-EE4A-B554-6F53BF66D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297028"/>
              </p:ext>
            </p:extLst>
          </p:nvPr>
        </p:nvGraphicFramePr>
        <p:xfrm>
          <a:off x="9304820" y="6029625"/>
          <a:ext cx="98275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91375">
                  <a:extLst>
                    <a:ext uri="{9D8B030D-6E8A-4147-A177-3AD203B41FA5}">
                      <a16:colId xmlns:a16="http://schemas.microsoft.com/office/drawing/2014/main" val="1117552654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43648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781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EDF99F8-7A1B-65BF-C84A-BF6EE0C1E057}"/>
              </a:ext>
            </a:extLst>
          </p:cNvPr>
          <p:cNvSpPr txBox="1"/>
          <p:nvPr/>
        </p:nvSpPr>
        <p:spPr>
          <a:xfrm>
            <a:off x="7492447" y="5980439"/>
            <a:ext cx="383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Cos(                     ,                    ) ~ 0.99</a:t>
            </a: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F01A4A4-583F-5E5E-D891-980CFF2FF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84701"/>
              </p:ext>
            </p:extLst>
          </p:nvPr>
        </p:nvGraphicFramePr>
        <p:xfrm>
          <a:off x="8103512" y="6033319"/>
          <a:ext cx="9827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375">
                  <a:extLst>
                    <a:ext uri="{9D8B030D-6E8A-4147-A177-3AD203B41FA5}">
                      <a16:colId xmlns:a16="http://schemas.microsoft.com/office/drawing/2014/main" val="1117552654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43648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7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464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DE4E1-3F51-1909-2786-F78820BF3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0C91F-6E3C-417A-2B63-B34FDD304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Using Vectors to represent things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F24F6C-C4DE-6DA2-455C-45A95A28A5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8A08960-8275-68AC-B229-A623F6976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호날두와</a:t>
            </a:r>
            <a:r>
              <a:rPr lang="ko-KR" altLang="en-US" dirty="0"/>
              <a:t> 박지성 중 메시와 성격이 더 유사한 사람은 누구인가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E40E8D2-AE42-68BE-8A57-BDDBF05CE40D}"/>
              </a:ext>
            </a:extLst>
          </p:cNvPr>
          <p:cNvCxnSpPr/>
          <p:nvPr/>
        </p:nvCxnSpPr>
        <p:spPr>
          <a:xfrm>
            <a:off x="9116291" y="2215067"/>
            <a:ext cx="0" cy="292792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9632778-D7F0-8283-44BB-9A140EF40A58}"/>
              </a:ext>
            </a:extLst>
          </p:cNvPr>
          <p:cNvSpPr txBox="1"/>
          <p:nvPr/>
        </p:nvSpPr>
        <p:spPr>
          <a:xfrm>
            <a:off x="8677709" y="17014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개방성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82A4D7-6D74-5FA2-8655-E09292A4E091}"/>
              </a:ext>
            </a:extLst>
          </p:cNvPr>
          <p:cNvSpPr txBox="1"/>
          <p:nvPr/>
        </p:nvSpPr>
        <p:spPr>
          <a:xfrm>
            <a:off x="8542094" y="2030401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A6D173-ABA7-46D3-5019-8E32D43AFF40}"/>
              </a:ext>
            </a:extLst>
          </p:cNvPr>
          <p:cNvSpPr txBox="1"/>
          <p:nvPr/>
        </p:nvSpPr>
        <p:spPr>
          <a:xfrm>
            <a:off x="8665525" y="495832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989E83E-4E13-C48B-903C-38CFA7EB920D}"/>
              </a:ext>
            </a:extLst>
          </p:cNvPr>
          <p:cNvCxnSpPr>
            <a:cxnSpLocks/>
          </p:cNvCxnSpPr>
          <p:nvPr/>
        </p:nvCxnSpPr>
        <p:spPr>
          <a:xfrm>
            <a:off x="7211920" y="3679031"/>
            <a:ext cx="379614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693DA9C-21E6-5C38-C93F-6E583A5F3216}"/>
              </a:ext>
            </a:extLst>
          </p:cNvPr>
          <p:cNvSpPr txBox="1"/>
          <p:nvPr/>
        </p:nvSpPr>
        <p:spPr>
          <a:xfrm>
            <a:off x="6515879" y="32070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친화성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8D2A96-8BB8-CAF5-4062-FE3BF52D8D97}"/>
              </a:ext>
            </a:extLst>
          </p:cNvPr>
          <p:cNvSpPr txBox="1"/>
          <p:nvPr/>
        </p:nvSpPr>
        <p:spPr>
          <a:xfrm>
            <a:off x="7060851" y="372407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02079B-47F5-CD20-FDAA-197F9913E29A}"/>
              </a:ext>
            </a:extLst>
          </p:cNvPr>
          <p:cNvSpPr txBox="1"/>
          <p:nvPr/>
        </p:nvSpPr>
        <p:spPr>
          <a:xfrm>
            <a:off x="10786709" y="3722316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100</a:t>
            </a:r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022400F-0C51-6D21-0F4C-144384C9C233}"/>
              </a:ext>
            </a:extLst>
          </p:cNvPr>
          <p:cNvCxnSpPr>
            <a:cxnSpLocks/>
          </p:cNvCxnSpPr>
          <p:nvPr/>
        </p:nvCxnSpPr>
        <p:spPr>
          <a:xfrm>
            <a:off x="9109992" y="3679030"/>
            <a:ext cx="1248589" cy="357261"/>
          </a:xfrm>
          <a:prstGeom prst="straightConnector1">
            <a:avLst/>
          </a:prstGeom>
          <a:ln w="19050">
            <a:solidFill>
              <a:srgbClr val="EC8B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F2C4F4C-A3EA-B81A-7E2B-52BB4496A05D}"/>
              </a:ext>
            </a:extLst>
          </p:cNvPr>
          <p:cNvCxnSpPr>
            <a:cxnSpLocks/>
          </p:cNvCxnSpPr>
          <p:nvPr/>
        </p:nvCxnSpPr>
        <p:spPr>
          <a:xfrm flipH="1">
            <a:off x="7816312" y="3656577"/>
            <a:ext cx="1320321" cy="594078"/>
          </a:xfrm>
          <a:prstGeom prst="straightConnector1">
            <a:avLst/>
          </a:prstGeom>
          <a:ln w="19050">
            <a:solidFill>
              <a:srgbClr val="98B2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979A7CFA-DC9E-9D2F-978A-159DB83C5C41}"/>
              </a:ext>
            </a:extLst>
          </p:cNvPr>
          <p:cNvCxnSpPr>
            <a:cxnSpLocks/>
          </p:cNvCxnSpPr>
          <p:nvPr/>
        </p:nvCxnSpPr>
        <p:spPr>
          <a:xfrm>
            <a:off x="9096276" y="3679029"/>
            <a:ext cx="417089" cy="454395"/>
          </a:xfrm>
          <a:prstGeom prst="straightConnector1">
            <a:avLst/>
          </a:prstGeom>
          <a:ln w="19050">
            <a:solidFill>
              <a:srgbClr val="FEAE5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7083F7A-825E-61D9-E33D-F13919DFB6B2}"/>
              </a:ext>
            </a:extLst>
          </p:cNvPr>
          <p:cNvSpPr txBox="1"/>
          <p:nvPr/>
        </p:nvSpPr>
        <p:spPr>
          <a:xfrm>
            <a:off x="7331884" y="426352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호날두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1BD55B-CCC3-7424-6795-E4081A79A54B}"/>
              </a:ext>
            </a:extLst>
          </p:cNvPr>
          <p:cNvSpPr txBox="1"/>
          <p:nvPr/>
        </p:nvSpPr>
        <p:spPr>
          <a:xfrm>
            <a:off x="10130902" y="40405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메시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A0D598-7597-B0D3-764F-5DA1F17AC8CE}"/>
              </a:ext>
            </a:extLst>
          </p:cNvPr>
          <p:cNvSpPr txBox="1"/>
          <p:nvPr/>
        </p:nvSpPr>
        <p:spPr>
          <a:xfrm>
            <a:off x="9106815" y="41671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박지성</a:t>
            </a:r>
            <a:endParaRPr lang="ko-KR" altLang="en-US" dirty="0"/>
          </a:p>
        </p:txBody>
      </p:sp>
      <p:pic>
        <p:nvPicPr>
          <p:cNvPr id="17" name="그림 16" descr="Lionel Messi - 플레이어 프로필 2026 | Transfermarkt">
            <a:extLst>
              <a:ext uri="{FF2B5EF4-FFF2-40B4-BE49-F238E27FC236}">
                <a16:creationId xmlns:a16="http://schemas.microsoft.com/office/drawing/2014/main" id="{6D32929F-1B79-EEF6-DB46-33534D907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917" y="1858522"/>
            <a:ext cx="832957" cy="1082421"/>
          </a:xfrm>
          <a:prstGeom prst="rect">
            <a:avLst/>
          </a:prstGeom>
        </p:spPr>
      </p:pic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A5F1AEA5-945A-B2B4-7D59-5DD311B76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733203"/>
              </p:ext>
            </p:extLst>
          </p:nvPr>
        </p:nvGraphicFramePr>
        <p:xfrm>
          <a:off x="2799040" y="2212057"/>
          <a:ext cx="24568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375">
                  <a:extLst>
                    <a:ext uri="{9D8B030D-6E8A-4147-A177-3AD203B41FA5}">
                      <a16:colId xmlns:a16="http://schemas.microsoft.com/office/drawing/2014/main" val="1117552654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43648223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3461563093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09846119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96288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781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6C86695-FFDB-B3FC-2035-445813A707AE}"/>
              </a:ext>
            </a:extLst>
          </p:cNvPr>
          <p:cNvSpPr txBox="1"/>
          <p:nvPr/>
        </p:nvSpPr>
        <p:spPr>
          <a:xfrm rot="19089129">
            <a:off x="2809008" y="177638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개방성</a:t>
            </a:r>
          </a:p>
        </p:txBody>
      </p:sp>
      <p:pic>
        <p:nvPicPr>
          <p:cNvPr id="21" name="그림 20" descr="크리스티아누 호날두 - 나무위키">
            <a:extLst>
              <a:ext uri="{FF2B5EF4-FFF2-40B4-BE49-F238E27FC236}">
                <a16:creationId xmlns:a16="http://schemas.microsoft.com/office/drawing/2014/main" id="{300A58D0-E1C5-F8A7-3D7E-8F61C91EC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307" y="3086859"/>
            <a:ext cx="964173" cy="108242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4137DDB-17C2-6413-067E-B28061F01F68}"/>
              </a:ext>
            </a:extLst>
          </p:cNvPr>
          <p:cNvSpPr txBox="1"/>
          <p:nvPr/>
        </p:nvSpPr>
        <p:spPr>
          <a:xfrm rot="19089129">
            <a:off x="3285588" y="177637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친화성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6D36874-D8E5-48B7-9EEE-E8FE9C67F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059214"/>
              </p:ext>
            </p:extLst>
          </p:nvPr>
        </p:nvGraphicFramePr>
        <p:xfrm>
          <a:off x="2799039" y="3615198"/>
          <a:ext cx="2456875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1375">
                  <a:extLst>
                    <a:ext uri="{9D8B030D-6E8A-4147-A177-3AD203B41FA5}">
                      <a16:colId xmlns:a16="http://schemas.microsoft.com/office/drawing/2014/main" val="1117552654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43648223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3461563093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09846119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96288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7817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8E7EB10F-C3B8-4DA9-4F72-907D3D2A5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543990"/>
              </p:ext>
            </p:extLst>
          </p:nvPr>
        </p:nvGraphicFramePr>
        <p:xfrm>
          <a:off x="2799039" y="4932366"/>
          <a:ext cx="2456875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91375">
                  <a:extLst>
                    <a:ext uri="{9D8B030D-6E8A-4147-A177-3AD203B41FA5}">
                      <a16:colId xmlns:a16="http://schemas.microsoft.com/office/drawing/2014/main" val="1117552654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43648223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3461563093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09846119"/>
                    </a:ext>
                  </a:extLst>
                </a:gridCol>
                <a:gridCol w="491375">
                  <a:extLst>
                    <a:ext uri="{9D8B030D-6E8A-4147-A177-3AD203B41FA5}">
                      <a16:colId xmlns:a16="http://schemas.microsoft.com/office/drawing/2014/main" val="696288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7817"/>
                  </a:ext>
                </a:extLst>
              </a:tr>
            </a:tbl>
          </a:graphicData>
        </a:graphic>
      </p:graphicFrame>
      <p:pic>
        <p:nvPicPr>
          <p:cNvPr id="28" name="그림 27" descr="박지성, 이젠 맨유서도 '캡틴 박!'">
            <a:extLst>
              <a:ext uri="{FF2B5EF4-FFF2-40B4-BE49-F238E27FC236}">
                <a16:creationId xmlns:a16="http://schemas.microsoft.com/office/drawing/2014/main" id="{CA5CF04A-8E1D-04FF-80AF-BE67F7731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904" y="4341345"/>
            <a:ext cx="1084980" cy="146725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D665344-B7B9-57D3-1F9A-2758C12EB4F6}"/>
              </a:ext>
            </a:extLst>
          </p:cNvPr>
          <p:cNvSpPr txBox="1"/>
          <p:nvPr/>
        </p:nvSpPr>
        <p:spPr>
          <a:xfrm rot="19089129">
            <a:off x="3750774" y="1806465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성실성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CEAB8F-24B4-E8B2-77A4-48430A7D6CC6}"/>
              </a:ext>
            </a:extLst>
          </p:cNvPr>
          <p:cNvSpPr txBox="1"/>
          <p:nvPr/>
        </p:nvSpPr>
        <p:spPr>
          <a:xfrm rot="19089129">
            <a:off x="4276654" y="178869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신경성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48F5A8-A0D5-34ED-5A52-9439B545036B}"/>
              </a:ext>
            </a:extLst>
          </p:cNvPr>
          <p:cNvSpPr txBox="1"/>
          <p:nvPr/>
        </p:nvSpPr>
        <p:spPr>
          <a:xfrm rot="19089129">
            <a:off x="4761097" y="178869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외향성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BDE62C-4A9E-FFCA-21AF-A4F01CF97357}"/>
              </a:ext>
            </a:extLst>
          </p:cNvPr>
          <p:cNvSpPr txBox="1"/>
          <p:nvPr/>
        </p:nvSpPr>
        <p:spPr>
          <a:xfrm>
            <a:off x="6423563" y="5453232"/>
            <a:ext cx="5004896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이 벡터 표현</a:t>
            </a:r>
            <a:r>
              <a:rPr lang="en-US" altLang="ko-KR" dirty="0"/>
              <a:t>(</a:t>
            </a:r>
            <a:r>
              <a:rPr lang="ko-KR" altLang="en-US" dirty="0" err="1"/>
              <a:t>임베딩</a:t>
            </a:r>
            <a:r>
              <a:rPr lang="en-US" altLang="ko-KR" dirty="0"/>
              <a:t>)</a:t>
            </a:r>
            <a:r>
              <a:rPr lang="ko-KR" altLang="en-US" dirty="0"/>
              <a:t>을 통해</a:t>
            </a:r>
            <a:endParaRPr lang="en-US" altLang="ko-KR" dirty="0"/>
          </a:p>
          <a:p>
            <a:r>
              <a:rPr lang="en-US" altLang="ko-KR" dirty="0"/>
              <a:t>1. (</a:t>
            </a:r>
            <a:r>
              <a:rPr lang="ko-KR" altLang="en-US" dirty="0"/>
              <a:t>성격을</a:t>
            </a:r>
            <a:r>
              <a:rPr lang="en-US" altLang="ko-KR" dirty="0"/>
              <a:t>) </a:t>
            </a:r>
            <a:r>
              <a:rPr lang="ko-KR" altLang="en-US" dirty="0"/>
              <a:t>고정된 크기의 벡터로 나타낼 수 있고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 err="1"/>
              <a:t>벡터간의</a:t>
            </a:r>
            <a:r>
              <a:rPr lang="ko-KR" altLang="en-US" dirty="0"/>
              <a:t> 유사도를 쉽게 계산할 수 있게 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1387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6CE89-1842-2460-B989-B584FC450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E21A4-86EB-F28A-9EAD-5B8B4DAE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Using Vectors to represent things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A05119-14D2-F037-FDA4-5210B5367C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C2C329E-DDA2-E5B4-8C62-2A42E29F9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이걸 어떻게 단어에 적용시킬 수 있을까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Neural network</a:t>
            </a:r>
            <a:r>
              <a:rPr lang="ko-KR" altLang="en-US" dirty="0"/>
              <a:t>를 이용해 </a:t>
            </a:r>
            <a:r>
              <a:rPr lang="en-US" altLang="ko-KR" dirty="0"/>
              <a:t>dense vector</a:t>
            </a:r>
            <a:r>
              <a:rPr lang="ko-KR" altLang="en-US" dirty="0"/>
              <a:t>를 학습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Word2Vec CBOW(Continuous Bag of Words)</a:t>
            </a:r>
          </a:p>
          <a:p>
            <a:pPr lvl="1"/>
            <a:r>
              <a:rPr lang="ko-KR" altLang="en-US" dirty="0"/>
              <a:t>주변 단어를 보고 중심 단어를 예측</a:t>
            </a:r>
            <a:endParaRPr lang="en-US" altLang="ko-KR" dirty="0"/>
          </a:p>
          <a:p>
            <a:pPr lvl="1"/>
            <a:r>
              <a:rPr lang="en-US" altLang="ko-KR" dirty="0"/>
              <a:t>Sentence: </a:t>
            </a:r>
            <a:r>
              <a:rPr lang="ko-KR" altLang="en-US" dirty="0"/>
              <a:t>“</a:t>
            </a:r>
            <a:r>
              <a:rPr lang="en-US" altLang="ko-KR" dirty="0">
                <a:solidFill>
                  <a:schemeClr val="accent3">
                    <a:lumMod val="75000"/>
                  </a:schemeClr>
                </a:solidFill>
              </a:rPr>
              <a:t>Sydney is the </a:t>
            </a:r>
            <a:r>
              <a:rPr lang="en-US" altLang="ko-KR" dirty="0">
                <a:solidFill>
                  <a:srgbClr val="FF0000"/>
                </a:solidFill>
              </a:rPr>
              <a:t>state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3">
                    <a:lumMod val="75000"/>
                  </a:schemeClr>
                </a:solidFill>
              </a:rPr>
              <a:t>capital of NSW</a:t>
            </a:r>
            <a:r>
              <a:rPr lang="en-US" altLang="ko-KR" dirty="0"/>
              <a:t>”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A86AB5-814B-EF1E-E51B-441D4690E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600" y="3392488"/>
            <a:ext cx="6620799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97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D044-1055-623E-0EFA-433E4C7D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23EE5-DF0B-F57F-9900-D58CDD993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Sequence Learning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09C771-6D9B-7591-7532-8D911CF5A4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D1B5E1C-CD0C-A971-CF95-42320F25D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앞에서는 단어의 벡터 표현을 만들어 내는 방법을 학습함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 실제 자연어 처리 문제에서는 단어 하나의 의미만이 중요한 것이 아니라</a:t>
            </a:r>
            <a:r>
              <a:rPr lang="en-US" altLang="ko-KR" dirty="0"/>
              <a:t>,                                       </a:t>
            </a:r>
            <a:r>
              <a:rPr lang="ko-KR" altLang="en-US" dirty="0"/>
              <a:t>단어가 등장하는 위치와 순서 또한 중요함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어떻게 해야 </a:t>
            </a:r>
            <a:r>
              <a:rPr lang="en-US" altLang="ko-KR" dirty="0"/>
              <a:t>AI</a:t>
            </a:r>
            <a:r>
              <a:rPr lang="ko-KR" altLang="en-US" dirty="0"/>
              <a:t>모델이 순서와 위치를 이해하게 할 수 있을까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88385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9C593-1312-6D4C-6431-303ED0086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3B0E56-DCBF-784B-2AE9-1F28D9CBB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Sequence Learning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9F37A2-0B2C-D7FE-389D-1A5FB77CB5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10F1A78-1E8C-E611-9F9B-4D5A680E1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input</a:t>
            </a:r>
            <a:r>
              <a:rPr lang="ko-KR" altLang="en-US" dirty="0"/>
              <a:t>이 한 번에 들어와서 처리가 되는 구조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boy is spreading</a:t>
            </a:r>
            <a:r>
              <a:rPr lang="ko-KR" altLang="en-US" dirty="0"/>
              <a:t>을 연속적인 입력으로 보면 어떨까</a:t>
            </a:r>
            <a:r>
              <a:rPr lang="en-US" altLang="ko-KR" dirty="0"/>
              <a:t>? </a:t>
            </a:r>
          </a:p>
          <a:p>
            <a:pPr lvl="1"/>
            <a:r>
              <a:rPr lang="ko-KR" altLang="en-US" dirty="0"/>
              <a:t>시간의 개념을 더하는 것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E20DAC-8FC5-373D-9E91-8E0068F63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978" y="1579417"/>
            <a:ext cx="2897172" cy="451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49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B915-C9CC-DBB8-1FE4-763A568B2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DAE5A0-7883-27CA-B420-509B27B3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Sequence Learning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8E550-1144-BCEB-3027-3F2AB46C93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9BED274-322F-87A0-96DC-5F76446C3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Concept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A0E10A0-EDAA-207D-F9BC-A53A58A78CEC}"/>
              </a:ext>
            </a:extLst>
          </p:cNvPr>
          <p:cNvGrpSpPr/>
          <p:nvPr/>
        </p:nvGrpSpPr>
        <p:grpSpPr>
          <a:xfrm>
            <a:off x="3656951" y="2201677"/>
            <a:ext cx="4878098" cy="3539878"/>
            <a:chOff x="3653993" y="1863396"/>
            <a:chExt cx="4878098" cy="353987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FF9604B-611A-23B0-38E6-9F34FCEBA65E}"/>
                </a:ext>
              </a:extLst>
            </p:cNvPr>
            <p:cNvSpPr/>
            <p:nvPr/>
          </p:nvSpPr>
          <p:spPr>
            <a:xfrm>
              <a:off x="4051806" y="4553528"/>
              <a:ext cx="554181" cy="849746"/>
            </a:xfrm>
            <a:prstGeom prst="rect">
              <a:avLst/>
            </a:prstGeom>
            <a:noFill/>
            <a:ln>
              <a:solidFill>
                <a:srgbClr val="98B2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87F306A-B94B-6488-8DFD-E784A728916B}"/>
                </a:ext>
              </a:extLst>
            </p:cNvPr>
            <p:cNvSpPr/>
            <p:nvPr/>
          </p:nvSpPr>
          <p:spPr>
            <a:xfrm>
              <a:off x="4758387" y="4553526"/>
              <a:ext cx="554181" cy="849747"/>
            </a:xfrm>
            <a:prstGeom prst="rect">
              <a:avLst/>
            </a:prstGeom>
            <a:noFill/>
            <a:ln>
              <a:solidFill>
                <a:srgbClr val="98B2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9C363E7-518B-63CF-E28C-AFA7A4090724}"/>
                </a:ext>
              </a:extLst>
            </p:cNvPr>
            <p:cNvSpPr/>
            <p:nvPr/>
          </p:nvSpPr>
          <p:spPr>
            <a:xfrm>
              <a:off x="5464968" y="4553526"/>
              <a:ext cx="554181" cy="849747"/>
            </a:xfrm>
            <a:prstGeom prst="rect">
              <a:avLst/>
            </a:prstGeom>
            <a:noFill/>
            <a:ln>
              <a:solidFill>
                <a:srgbClr val="98B2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8B0A847-DF45-1A25-E74E-06330C32AA58}"/>
                </a:ext>
              </a:extLst>
            </p:cNvPr>
            <p:cNvSpPr/>
            <p:nvPr/>
          </p:nvSpPr>
          <p:spPr>
            <a:xfrm>
              <a:off x="6171549" y="4553526"/>
              <a:ext cx="554181" cy="849746"/>
            </a:xfrm>
            <a:prstGeom prst="rect">
              <a:avLst/>
            </a:prstGeom>
            <a:noFill/>
            <a:ln>
              <a:solidFill>
                <a:srgbClr val="98B2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A5C4732-492E-A484-64F6-C643E72CCEF3}"/>
                </a:ext>
              </a:extLst>
            </p:cNvPr>
            <p:cNvSpPr/>
            <p:nvPr/>
          </p:nvSpPr>
          <p:spPr>
            <a:xfrm>
              <a:off x="6878130" y="4553526"/>
              <a:ext cx="554181" cy="849746"/>
            </a:xfrm>
            <a:prstGeom prst="rect">
              <a:avLst/>
            </a:prstGeom>
            <a:noFill/>
            <a:ln>
              <a:solidFill>
                <a:srgbClr val="98B2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72441AA-A794-28E4-99C3-08FE0BD2CD91}"/>
                </a:ext>
              </a:extLst>
            </p:cNvPr>
            <p:cNvSpPr/>
            <p:nvPr/>
          </p:nvSpPr>
          <p:spPr>
            <a:xfrm>
              <a:off x="7586013" y="4553526"/>
              <a:ext cx="554181" cy="849746"/>
            </a:xfrm>
            <a:prstGeom prst="rect">
              <a:avLst/>
            </a:prstGeom>
            <a:noFill/>
            <a:ln>
              <a:solidFill>
                <a:srgbClr val="98B2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다리꼴 11">
              <a:extLst>
                <a:ext uri="{FF2B5EF4-FFF2-40B4-BE49-F238E27FC236}">
                  <a16:creationId xmlns:a16="http://schemas.microsoft.com/office/drawing/2014/main" id="{B6F44EF4-1D52-D58B-8AD1-E7E280A9A36F}"/>
                </a:ext>
              </a:extLst>
            </p:cNvPr>
            <p:cNvSpPr/>
            <p:nvPr/>
          </p:nvSpPr>
          <p:spPr>
            <a:xfrm>
              <a:off x="4051806" y="3789218"/>
              <a:ext cx="4088388" cy="644236"/>
            </a:xfrm>
            <a:prstGeom prst="trapezoid">
              <a:avLst>
                <a:gd name="adj" fmla="val 105287"/>
              </a:avLst>
            </a:prstGeom>
            <a:solidFill>
              <a:srgbClr val="98B2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4C595C9-7734-3CA8-553F-26FDFF6D9660}"/>
                </a:ext>
              </a:extLst>
            </p:cNvPr>
            <p:cNvSpPr/>
            <p:nvPr/>
          </p:nvSpPr>
          <p:spPr>
            <a:xfrm>
              <a:off x="3653993" y="3024908"/>
              <a:ext cx="4878098" cy="76430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98B2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Sequence 2 Sequence Learning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사다리꼴 13">
              <a:extLst>
                <a:ext uri="{FF2B5EF4-FFF2-40B4-BE49-F238E27FC236}">
                  <a16:creationId xmlns:a16="http://schemas.microsoft.com/office/drawing/2014/main" id="{BBFF06C7-50F0-3885-A1F4-E0C58E1F2821}"/>
                </a:ext>
              </a:extLst>
            </p:cNvPr>
            <p:cNvSpPr/>
            <p:nvPr/>
          </p:nvSpPr>
          <p:spPr>
            <a:xfrm rot="10800000">
              <a:off x="4051806" y="2380671"/>
              <a:ext cx="4088388" cy="644236"/>
            </a:xfrm>
            <a:prstGeom prst="trapezoid">
              <a:avLst>
                <a:gd name="adj" fmla="val 13969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0E9F0D3-3C76-9B27-9121-9DE2DC5A4874}"/>
                </a:ext>
              </a:extLst>
            </p:cNvPr>
            <p:cNvSpPr/>
            <p:nvPr/>
          </p:nvSpPr>
          <p:spPr>
            <a:xfrm>
              <a:off x="4148896" y="1865709"/>
              <a:ext cx="360000" cy="360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8F9FBB0-3513-CED3-402E-22C84E67158F}"/>
                </a:ext>
              </a:extLst>
            </p:cNvPr>
            <p:cNvSpPr/>
            <p:nvPr/>
          </p:nvSpPr>
          <p:spPr>
            <a:xfrm>
              <a:off x="4855477" y="1865709"/>
              <a:ext cx="360000" cy="360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E5C4369-09E0-8AC8-DA6F-47D9D4D944D4}"/>
                </a:ext>
              </a:extLst>
            </p:cNvPr>
            <p:cNvSpPr/>
            <p:nvPr/>
          </p:nvSpPr>
          <p:spPr>
            <a:xfrm>
              <a:off x="5562058" y="1865709"/>
              <a:ext cx="360000" cy="360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CFE1DBD-FC5B-18BB-E0CE-A76C5DEEC5E9}"/>
                </a:ext>
              </a:extLst>
            </p:cNvPr>
            <p:cNvSpPr/>
            <p:nvPr/>
          </p:nvSpPr>
          <p:spPr>
            <a:xfrm>
              <a:off x="6268639" y="1865709"/>
              <a:ext cx="360000" cy="360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E85D67E-AFBC-B96C-0365-618D1D7C4F0A}"/>
                </a:ext>
              </a:extLst>
            </p:cNvPr>
            <p:cNvSpPr/>
            <p:nvPr/>
          </p:nvSpPr>
          <p:spPr>
            <a:xfrm>
              <a:off x="6975220" y="1865709"/>
              <a:ext cx="360000" cy="360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BE2165DE-0236-A116-59AE-A13E65E31B5E}"/>
                </a:ext>
              </a:extLst>
            </p:cNvPr>
            <p:cNvSpPr/>
            <p:nvPr/>
          </p:nvSpPr>
          <p:spPr>
            <a:xfrm>
              <a:off x="7683103" y="1863396"/>
              <a:ext cx="360000" cy="360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54387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8DD9E-DCC8-4D59-BC6E-DC024CA26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9A3B9-596F-6C41-A54C-65B8BF75B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Sequence Learning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A737E9-DF6D-3215-80D6-E064C6B33B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F6291BF-0622-0CBD-3971-3F12427EC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Concept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366BCE0-ACA9-C8D7-5A5E-9989EBC0E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99" y="2394570"/>
            <a:ext cx="3534022" cy="256892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99493EA-D4DD-74DD-B0ED-12FFD0033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680" y="2394569"/>
            <a:ext cx="3888639" cy="256892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1D27289-6F12-CDCA-8C5B-49A43E3B7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044" y="2394568"/>
            <a:ext cx="3536782" cy="256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099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774FB-0146-90D5-39B8-3D55B9F3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3655C-ACBC-9AC7-375D-47228005F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Sequence Learning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4F8519-E763-3B5B-1532-22C4BD6901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560EFE9-C7B6-ABB3-6555-58E07B093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Speech Recognition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A95485-A4CC-D736-EA8E-A0E8520CC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389" y="1883206"/>
            <a:ext cx="7497221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865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6CFFC-28A6-4A55-8890-4B9723B8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793E2-46D7-2F0B-BF17-9B31BB313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Sequence Learning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64E258-B766-018B-0B8E-8F209345EA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AC5A71B-20CC-96FB-3650-0A81FC4D9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Machine Translation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42751F3-BB20-C577-A38C-C98415076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573" y="1947273"/>
            <a:ext cx="7544853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888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633E-DD31-D3AE-ED58-776D78C96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05D3D8-0810-BC38-2C60-B75870961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Sequence Learning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40603F-5660-145E-FF71-8CDC42F320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C821D1A-D5CC-B7B8-A217-672833F8F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Machine Translation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467106-AC42-5CB6-575E-CF582A5C0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573" y="1947273"/>
            <a:ext cx="7544853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B51E-6321-8D3E-B989-357533AF0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E2831-42EF-9A49-1C3C-26EEBB46D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Seq2Seq Deep Learning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CA3B93-5F0E-5846-CCB4-0D8C460900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F851637-5358-D661-EB70-46F4F36EA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Prediction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77BE9E5-4F03-9BB0-ADC8-2F4FD9562EA7}"/>
              </a:ext>
            </a:extLst>
          </p:cNvPr>
          <p:cNvGrpSpPr/>
          <p:nvPr/>
        </p:nvGrpSpPr>
        <p:grpSpPr>
          <a:xfrm>
            <a:off x="2677470" y="2636328"/>
            <a:ext cx="252000" cy="2825250"/>
            <a:chOff x="2677470" y="2636328"/>
            <a:chExt cx="252000" cy="282525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989A57B-E956-8C33-B8C7-86DB6C7BFA9A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2538EBC-56F5-A940-A1FA-B854D183BE85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CDB8F346-13FF-F0CA-83EF-98955977383F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3995760E-67DC-B0A2-3B36-0C03D5822EC7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11098FF5-1C78-1755-E4E8-511B5D169E1D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094230A5-725D-F79E-72A2-5C4E60591368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856F97F1-61D3-1C54-1460-0784C66CCEDC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A0BC7C99-973E-D6C2-1D2C-CB8296EA054A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53362FF-4C96-1586-E6C2-C9CB088C0253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B2CFD028-BF00-D05A-6E23-90217E9160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27A4C30D-D82C-6AEC-7C91-9AF64F7C1E2B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403FD74-70CE-A19A-29F1-01A3CF809544}"/>
              </a:ext>
            </a:extLst>
          </p:cNvPr>
          <p:cNvGrpSpPr/>
          <p:nvPr/>
        </p:nvGrpSpPr>
        <p:grpSpPr>
          <a:xfrm>
            <a:off x="4763445" y="2636328"/>
            <a:ext cx="252000" cy="2825250"/>
            <a:chOff x="2677470" y="2636328"/>
            <a:chExt cx="252000" cy="2825250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CA5C4927-E3C1-1752-2E0C-4319CA8C370C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2DE6218D-FA69-D0DD-C923-E1783F2123CA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69729A64-3CD6-FEE6-289D-2EDF03CB6887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F93C3613-1816-795F-10E9-E4642320298E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83C4F732-EA70-16B0-1EF1-C104E9069C04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D3A24853-E848-A63C-808C-7F5FBABED58A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A5D21254-A0D6-8F9B-11B6-4728AF6A8CAD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B4BD8007-D1B0-F344-BF43-C3184319969F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AD804F0E-8E0A-CB24-D5B1-D5FDFBA08E04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C18DD787-93E6-8204-9DD3-C613959762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48F40C4A-5D87-F0FB-657E-7451986F98DC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CA71AA5-1C1A-DB13-4C4E-47980778BB9A}"/>
              </a:ext>
            </a:extLst>
          </p:cNvPr>
          <p:cNvGrpSpPr/>
          <p:nvPr/>
        </p:nvGrpSpPr>
        <p:grpSpPr>
          <a:xfrm>
            <a:off x="7212557" y="2636328"/>
            <a:ext cx="252000" cy="2825250"/>
            <a:chOff x="2677470" y="2636328"/>
            <a:chExt cx="252000" cy="2825250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3521412C-EF67-67B6-6B07-5F3D6530D3AD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2D5E3695-5A04-2DF0-CA15-E84AD8F34009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C7F08D89-385E-89D2-BC69-576FE072EFE3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1BEFF26C-DB70-3ABC-AEB5-EDD58A91DA2D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EC18D117-778D-96C6-1869-EACAFD1EE0A8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BB5D5ADD-5ADC-E612-98C8-0806DF37205F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1B87225B-E5F5-576D-50F5-770F1BA4DB7F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4F2E0EE6-759C-1FDF-C9C4-8E9E528F8A03}"/>
                </a:ext>
              </a:extLst>
            </p:cNvPr>
            <p:cNvCxnSpPr>
              <a:cxnSpLocks/>
              <a:stCxn id="69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BC6F1FDA-4F13-FA31-267B-62B169A0A230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2D877A6C-F449-E850-5813-FFE87600E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FC8C03A1-EA65-A844-EBE8-B11938A35210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BC6B878E-A29E-AEAD-AF34-BEE5A9F6588C}"/>
              </a:ext>
            </a:extLst>
          </p:cNvPr>
          <p:cNvGrpSpPr/>
          <p:nvPr/>
        </p:nvGrpSpPr>
        <p:grpSpPr>
          <a:xfrm>
            <a:off x="9260828" y="2636328"/>
            <a:ext cx="252000" cy="2825250"/>
            <a:chOff x="2677470" y="2636328"/>
            <a:chExt cx="252000" cy="2825250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385606D3-9769-F1F0-3FB9-F200568F4741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75D539DD-FA45-0901-571E-2C4B5BA77C1D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DFF71B90-B0BF-1AAA-8709-90961E81F647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314CF9ED-8E55-3CAA-D08B-5E0341A0B614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4F660C2A-1784-94E4-5769-12D0044A63A2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E44290EB-F4AF-1F68-8A20-70B24B6B1477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38265009-25A5-79FE-842B-9FCD5FEFA335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A432D319-462F-6BFE-7F18-80791CCA2F8D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E8ECFA3E-07CB-99A0-DF70-0E7F31F6F80D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E5C692EF-EB2F-6FCE-27B2-15DA4FF93C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38B925DB-283A-8275-FB42-AB8B20EF4B26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8D9AFEB9-4B75-3A25-A590-E5E3161D9655}"/>
              </a:ext>
            </a:extLst>
          </p:cNvPr>
          <p:cNvSpPr txBox="1"/>
          <p:nvPr/>
        </p:nvSpPr>
        <p:spPr>
          <a:xfrm>
            <a:off x="1172658" y="2439162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Output</a:t>
            </a:r>
          </a:p>
          <a:p>
            <a:r>
              <a:rPr lang="en-US" altLang="ko-KR" b="1" dirty="0"/>
              <a:t>Layer</a:t>
            </a:r>
            <a:endParaRPr lang="ko-KR" altLang="en-US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C8642FE-4DA6-CB13-97B0-9E1AE371D26D}"/>
              </a:ext>
            </a:extLst>
          </p:cNvPr>
          <p:cNvSpPr txBox="1"/>
          <p:nvPr/>
        </p:nvSpPr>
        <p:spPr>
          <a:xfrm>
            <a:off x="1172658" y="3357563"/>
            <a:ext cx="958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Hidden</a:t>
            </a:r>
          </a:p>
          <a:p>
            <a:r>
              <a:rPr lang="en-US" altLang="ko-KR" b="1" dirty="0"/>
              <a:t>Layer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7619AA5-B07B-05F9-FD77-2E10C8AD9811}"/>
              </a:ext>
            </a:extLst>
          </p:cNvPr>
          <p:cNvSpPr txBox="1"/>
          <p:nvPr/>
        </p:nvSpPr>
        <p:spPr>
          <a:xfrm>
            <a:off x="1172658" y="4545247"/>
            <a:ext cx="787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Input</a:t>
            </a:r>
          </a:p>
          <a:p>
            <a:r>
              <a:rPr lang="en-US" altLang="ko-KR" b="1" dirty="0"/>
              <a:t>Layer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96A42F9-4EBF-5039-1BE0-863EC0D2CF6E}"/>
              </a:ext>
            </a:extLst>
          </p:cNvPr>
          <p:cNvSpPr txBox="1"/>
          <p:nvPr/>
        </p:nvSpPr>
        <p:spPr>
          <a:xfrm>
            <a:off x="2259090" y="5807631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Math-AI</a:t>
            </a:r>
            <a:endParaRPr lang="ko-KR" altLang="en-US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54730BC-262B-DF1A-BBDA-4C14197D80AE}"/>
              </a:ext>
            </a:extLst>
          </p:cNvPr>
          <p:cNvSpPr txBox="1"/>
          <p:nvPr/>
        </p:nvSpPr>
        <p:spPr>
          <a:xfrm>
            <a:off x="4304990" y="580763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Academy</a:t>
            </a:r>
            <a:endParaRPr lang="ko-KR" altLang="en-US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47937D0-4992-7104-F237-DD30E3E68469}"/>
              </a:ext>
            </a:extLst>
          </p:cNvPr>
          <p:cNvSpPr txBox="1"/>
          <p:nvPr/>
        </p:nvSpPr>
        <p:spPr>
          <a:xfrm>
            <a:off x="7164471" y="5807631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is</a:t>
            </a:r>
            <a:endParaRPr lang="ko-KR" altLang="en-US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5656A2B-D110-92EC-500C-A4C3383DEAF2}"/>
              </a:ext>
            </a:extLst>
          </p:cNvPr>
          <p:cNvSpPr txBox="1"/>
          <p:nvPr/>
        </p:nvSpPr>
        <p:spPr>
          <a:xfrm>
            <a:off x="9184592" y="5807631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so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1146716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3CAEC-34FF-104F-466C-3576D23DC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79F4F-92A4-ECC0-999C-4CBD6A2B4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Seq2Seq Deep Learning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5DD29E-B4AD-D444-C3BA-E23A7B152E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CB84C9F-6040-53EE-01A0-755C9B800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Prediction + Memory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E4C7659-1253-C7D2-EFAC-926B1BD70710}"/>
              </a:ext>
            </a:extLst>
          </p:cNvPr>
          <p:cNvGrpSpPr/>
          <p:nvPr/>
        </p:nvGrpSpPr>
        <p:grpSpPr>
          <a:xfrm>
            <a:off x="2677470" y="2636328"/>
            <a:ext cx="252000" cy="2825250"/>
            <a:chOff x="2677470" y="2636328"/>
            <a:chExt cx="252000" cy="282525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CE054D06-50E7-351A-FD55-ED1C1172CA11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CCCC0B6C-7D97-7147-C122-F16331D22E86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C0AB1584-86D8-D56D-C461-8DFA0E86EFFE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8CD5857-83BE-79E7-8B7B-642928CBF804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8B11D17-1343-BE39-CDCF-59A4FD7250B2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0E793F4-B2DB-054B-AFCB-A56E2D2CAD91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760BDB09-5D39-67D5-A59B-E075895A9E51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ECDAF4AC-CBDE-23BD-5DBF-BD0A55D3650E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9B9A549-E8CD-F332-1DF2-869CEB5FF1B6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76948332-B4A1-EEAF-86D0-F1C96D2C23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DD26AE8-6AF9-86C5-0249-D7F78F8B5F9C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8913203-D1F3-1283-9384-7B0F3740C34E}"/>
              </a:ext>
            </a:extLst>
          </p:cNvPr>
          <p:cNvGrpSpPr/>
          <p:nvPr/>
        </p:nvGrpSpPr>
        <p:grpSpPr>
          <a:xfrm>
            <a:off x="4763445" y="2636328"/>
            <a:ext cx="252000" cy="2825250"/>
            <a:chOff x="2677470" y="2636328"/>
            <a:chExt cx="252000" cy="2825250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1AE4B203-5640-5EB8-F36E-53AD18E65276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430D09D9-FEE8-308F-D07A-7D51D0743B17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70BC99BB-F4EC-AD97-DAA1-4D4EE2905200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728BA4A2-E7FA-6012-D058-C78E94BA3E3F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334F293F-8931-A936-BB5C-3C27432F333E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588F64B7-E1D5-B792-2A7B-521F88E2238B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EBA9B0DF-7E31-4197-AC3B-BC37F1F1E69E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ACEEB290-3661-7742-7549-EE24D000DED6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942A977E-8473-6F52-CA0D-AF205637860E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A450188A-4FB7-85A7-B9BF-9DD34606E1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9A7C45E7-6F09-CB48-510B-AE5D52694F9A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EC650BF-64A8-4644-0FD2-75F46D8D33C0}"/>
              </a:ext>
            </a:extLst>
          </p:cNvPr>
          <p:cNvGrpSpPr/>
          <p:nvPr/>
        </p:nvGrpSpPr>
        <p:grpSpPr>
          <a:xfrm>
            <a:off x="7212557" y="2636328"/>
            <a:ext cx="252000" cy="2825250"/>
            <a:chOff x="2677470" y="2636328"/>
            <a:chExt cx="252000" cy="2825250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D432238-4501-6016-FDED-1531307158F4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0EACDC35-DF71-280B-F511-6F9D98A4D269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5D34C447-793A-8C6A-6E02-E3FD8CAD2E5C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88851BD8-C534-5D70-A821-C2CE934D40A4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B0B53E15-8A02-F57E-C0B4-FFA78C301ADD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3A9D2BCC-776E-0C55-26BC-62A13B0AC938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7D269B5A-3F89-52B9-3F6C-DC3438F4F62A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CC97A592-DE2A-7B5B-4E90-99AD9EA4784C}"/>
                </a:ext>
              </a:extLst>
            </p:cNvPr>
            <p:cNvCxnSpPr>
              <a:cxnSpLocks/>
              <a:stCxn id="69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94D3FB-45D3-78BE-BA1D-5EF4E0A9B924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0E944AD8-0793-D676-F2A3-AE54C162D0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87E0E15A-4C89-86D6-CA7A-1ABAF783DEC4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B37FB4B6-6BD5-D5C1-ADB6-15CC17E89695}"/>
              </a:ext>
            </a:extLst>
          </p:cNvPr>
          <p:cNvGrpSpPr/>
          <p:nvPr/>
        </p:nvGrpSpPr>
        <p:grpSpPr>
          <a:xfrm>
            <a:off x="9260828" y="2636328"/>
            <a:ext cx="252000" cy="2825250"/>
            <a:chOff x="2677470" y="2636328"/>
            <a:chExt cx="252000" cy="2825250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CA85BA45-4632-98CD-05A5-73A91164E18B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F1A9092A-D3D3-0591-177E-5398C290B801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606CFD3E-B03A-DD9F-9307-775F7C3A6E12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1A664D21-6E64-041A-89E6-1C669DB2E317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B60DE8D8-D34A-284B-A610-24F0DDBAF5D3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0BC13CC5-0B50-7712-A639-4F8B3087DDED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D0577D59-A8D0-6E6C-BF8C-0944858F4D83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82074A86-32F7-3556-A6CC-BD244FA9BE70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FBED988B-F153-D3B6-6AAE-3377C6D37527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C4671534-4870-61CC-0906-D38CBE0F85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EEBE77A2-D347-C987-2EE5-C7F75F5896CA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C044BE0F-1CAC-21C1-EB5C-9CEEC40D3930}"/>
              </a:ext>
            </a:extLst>
          </p:cNvPr>
          <p:cNvSpPr txBox="1"/>
          <p:nvPr/>
        </p:nvSpPr>
        <p:spPr>
          <a:xfrm>
            <a:off x="1172658" y="2439162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Output</a:t>
            </a:r>
          </a:p>
          <a:p>
            <a:r>
              <a:rPr lang="en-US" altLang="ko-KR" b="1" dirty="0"/>
              <a:t>Layer</a:t>
            </a:r>
            <a:endParaRPr lang="ko-KR" altLang="en-US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591B13D-A8E1-9A97-E14B-68A1480EF7D2}"/>
              </a:ext>
            </a:extLst>
          </p:cNvPr>
          <p:cNvSpPr txBox="1"/>
          <p:nvPr/>
        </p:nvSpPr>
        <p:spPr>
          <a:xfrm>
            <a:off x="1172658" y="3357563"/>
            <a:ext cx="958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Hidden</a:t>
            </a:r>
          </a:p>
          <a:p>
            <a:r>
              <a:rPr lang="en-US" altLang="ko-KR" b="1" dirty="0"/>
              <a:t>Layer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7672F81-4AAF-CD5F-772E-12DEE1F5D4FD}"/>
              </a:ext>
            </a:extLst>
          </p:cNvPr>
          <p:cNvSpPr txBox="1"/>
          <p:nvPr/>
        </p:nvSpPr>
        <p:spPr>
          <a:xfrm>
            <a:off x="1172658" y="4545247"/>
            <a:ext cx="787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Input</a:t>
            </a:r>
          </a:p>
          <a:p>
            <a:r>
              <a:rPr lang="en-US" altLang="ko-KR" b="1" dirty="0"/>
              <a:t>Layer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9C32639-F741-DCB5-7CEC-A1070A2CEB79}"/>
              </a:ext>
            </a:extLst>
          </p:cNvPr>
          <p:cNvSpPr txBox="1"/>
          <p:nvPr/>
        </p:nvSpPr>
        <p:spPr>
          <a:xfrm>
            <a:off x="2259090" y="5807631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Math-AI</a:t>
            </a:r>
            <a:endParaRPr lang="ko-KR" altLang="en-US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7220A87-3E68-D633-327D-27CD24069A84}"/>
              </a:ext>
            </a:extLst>
          </p:cNvPr>
          <p:cNvSpPr txBox="1"/>
          <p:nvPr/>
        </p:nvSpPr>
        <p:spPr>
          <a:xfrm>
            <a:off x="4304990" y="580763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Academy</a:t>
            </a:r>
            <a:endParaRPr lang="ko-KR" altLang="en-US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DC74FA8-849A-CA80-A557-A2B84E1304D8}"/>
              </a:ext>
            </a:extLst>
          </p:cNvPr>
          <p:cNvSpPr txBox="1"/>
          <p:nvPr/>
        </p:nvSpPr>
        <p:spPr>
          <a:xfrm>
            <a:off x="7164471" y="5807631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is</a:t>
            </a:r>
            <a:endParaRPr lang="ko-KR" altLang="en-US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2DCDF5A-0D65-0D15-94D6-1745EC4FECEA}"/>
              </a:ext>
            </a:extLst>
          </p:cNvPr>
          <p:cNvSpPr txBox="1"/>
          <p:nvPr/>
        </p:nvSpPr>
        <p:spPr>
          <a:xfrm>
            <a:off x="9184592" y="5807631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so</a:t>
            </a:r>
            <a:endParaRPr lang="ko-KR" altLang="en-US" b="1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615F3A8-9835-FEBD-4291-BAF122E35B43}"/>
              </a:ext>
            </a:extLst>
          </p:cNvPr>
          <p:cNvCxnSpPr>
            <a:stCxn id="47" idx="6"/>
            <a:endCxn id="54" idx="2"/>
          </p:cNvCxnSpPr>
          <p:nvPr/>
        </p:nvCxnSpPr>
        <p:spPr>
          <a:xfrm>
            <a:off x="2929470" y="3639628"/>
            <a:ext cx="1833975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4EBE969-B148-21A1-0243-5ADCE580DA88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5015445" y="3639628"/>
            <a:ext cx="2197112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2E10E79-E470-AD2C-63BA-34E10A72A373}"/>
              </a:ext>
            </a:extLst>
          </p:cNvPr>
          <p:cNvCxnSpPr>
            <a:cxnSpLocks/>
            <a:endCxn id="78" idx="2"/>
          </p:cNvCxnSpPr>
          <p:nvPr/>
        </p:nvCxnSpPr>
        <p:spPr>
          <a:xfrm>
            <a:off x="7464557" y="3639628"/>
            <a:ext cx="1796271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2C61266-2C3F-A89E-CA01-1AC5E03438D7}"/>
              </a:ext>
            </a:extLst>
          </p:cNvPr>
          <p:cNvSpPr/>
          <p:nvPr/>
        </p:nvSpPr>
        <p:spPr>
          <a:xfrm>
            <a:off x="2390775" y="3357563"/>
            <a:ext cx="7743818" cy="590628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007892-FAE1-E9B6-E0E1-A6B1325828DF}"/>
              </a:ext>
            </a:extLst>
          </p:cNvPr>
          <p:cNvSpPr txBox="1"/>
          <p:nvPr/>
        </p:nvSpPr>
        <p:spPr>
          <a:xfrm>
            <a:off x="10458687" y="3454962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Memory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66908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FA596-F98E-4841-73D0-6EADFD546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547FE-206A-DC55-1D8D-EE8EC6F8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Seq2Seq Deep Learning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FD4A79-755B-464C-0C73-16FD6274BD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B18F154-917F-4443-8BBE-D648E146D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Prediction + Memory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5C6D80F3-D1E6-8927-09A0-A98076A96184}"/>
              </a:ext>
            </a:extLst>
          </p:cNvPr>
          <p:cNvGrpSpPr/>
          <p:nvPr/>
        </p:nvGrpSpPr>
        <p:grpSpPr>
          <a:xfrm>
            <a:off x="2677470" y="2636328"/>
            <a:ext cx="252000" cy="2825250"/>
            <a:chOff x="2677470" y="2636328"/>
            <a:chExt cx="252000" cy="282525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1F65EF9-52E6-A3FE-53CB-C4202DB9AE8A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2C08C03E-C977-FA6E-72C5-A3EAD3A27D4F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91D0D88-3A6E-0ED0-F300-C49C3579F584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590D99BA-D861-0423-44AA-1032AFCD8144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579F5D52-EF86-EA71-3A77-8E540F246DC7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8B9B86C-7644-2FB2-CA1C-FBA4BFE3A3C8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BC5C3B5-8D94-2447-2E56-EDAE314B6FCC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D81D3B21-5AD6-2089-5A9B-A349A57D3B56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F39598BC-38DC-A837-4A3B-A75C24401EB6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10FBC7DC-3280-1760-8A14-3550B6185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EA97F67B-CE69-17B1-1FAF-35EC95291CFF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6D31607-4ABD-0826-12A2-D0B47DC3D32A}"/>
              </a:ext>
            </a:extLst>
          </p:cNvPr>
          <p:cNvGrpSpPr/>
          <p:nvPr/>
        </p:nvGrpSpPr>
        <p:grpSpPr>
          <a:xfrm>
            <a:off x="4763445" y="2636328"/>
            <a:ext cx="252000" cy="2825250"/>
            <a:chOff x="2677470" y="2636328"/>
            <a:chExt cx="252000" cy="2825250"/>
          </a:xfrm>
          <a:solidFill>
            <a:schemeClr val="tx1">
              <a:lumMod val="50000"/>
              <a:lumOff val="50000"/>
            </a:schemeClr>
          </a:solidFill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C19C1638-BB44-847A-2B51-F7AB56C7B0C0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  <a:grpFill/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18F73797-9710-9394-FFE2-069FC23C1420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50F09D5B-2F84-997D-976E-D1BFB73CCB98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3A5ECE90-3930-26F4-B5ED-2E9A393ED7D6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466645CB-57AF-778B-A27C-F7B1B452904E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0BFE6C00-AA8E-CBAC-1ADF-4C14CD11E56A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2CD83B98-900C-1379-6A57-99C2385E9C2B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60817D75-AB82-810D-7B99-EB397A942B83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grpFill/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F070E0FC-B509-F20B-0820-757B57C95ECC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7D8411E5-E025-D16C-72CF-4BBC5A7A32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grpFill/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1CB44496-B8F0-5CD8-4ECE-7833B53E929C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6DE0FBDE-2CA7-A5A8-4AFD-53C5DB0240B4}"/>
              </a:ext>
            </a:extLst>
          </p:cNvPr>
          <p:cNvGrpSpPr/>
          <p:nvPr/>
        </p:nvGrpSpPr>
        <p:grpSpPr>
          <a:xfrm>
            <a:off x="7212557" y="2636328"/>
            <a:ext cx="252000" cy="2825250"/>
            <a:chOff x="2677470" y="2636328"/>
            <a:chExt cx="252000" cy="2825250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06A42D95-BA67-D4F7-864C-9853C191CA7C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166EF25E-C697-DBC5-80F4-2861439D7C35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9759EC08-7EEF-853C-9426-CDCB171167F6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E74C3B22-B847-A0C8-8410-BF41DABB13EE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2C476522-E7B5-B717-B64D-2B554EDEB60B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EB5C282C-23B8-0D4A-B1FF-4335C1E67296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86D35847-F004-52A4-9E4A-9A1AD743BE05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FB9C4EE6-7AD7-39E0-8C9A-423197392CE0}"/>
                </a:ext>
              </a:extLst>
            </p:cNvPr>
            <p:cNvCxnSpPr>
              <a:cxnSpLocks/>
              <a:stCxn id="69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84E93DB5-C416-E884-E837-5C649F67F25D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55F0798C-E4D2-913A-2097-70A951F439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6E5FD3BD-C5C9-72EA-2613-B56F3F169BD9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9B2453E8-7812-C7C3-EAFC-E5582BB1A448}"/>
              </a:ext>
            </a:extLst>
          </p:cNvPr>
          <p:cNvGrpSpPr/>
          <p:nvPr/>
        </p:nvGrpSpPr>
        <p:grpSpPr>
          <a:xfrm>
            <a:off x="9260828" y="2636328"/>
            <a:ext cx="252000" cy="2825250"/>
            <a:chOff x="2677470" y="2636328"/>
            <a:chExt cx="252000" cy="2825250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435FA2DC-DC72-5F85-20F2-81599826538A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532E1AED-063F-4CC6-CE56-CEFF7ECBA068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892B8C39-2202-9D92-6084-78963EFA3EEA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AD1BB51F-AE93-49D7-8DF2-282C4528FD75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85DA4F98-0564-CE28-1C74-75D185DED928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BBFE4450-B3FE-8ED8-F404-4AABFB32C235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5D2CF80A-4D65-2F93-F983-1625F01231A1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3F1B0D69-AED2-BCFC-F04B-92634978D6C2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DA2E2BD1-3A15-594F-3091-1C7DEEC1E2E6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5AAFD1A2-0A1D-EE08-397C-03755E33E9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4B06DC76-43D0-1057-274F-8DB98A77E6F1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196B7F6F-82A7-0914-EE7D-5A60F318F03D}"/>
              </a:ext>
            </a:extLst>
          </p:cNvPr>
          <p:cNvSpPr txBox="1"/>
          <p:nvPr/>
        </p:nvSpPr>
        <p:spPr>
          <a:xfrm>
            <a:off x="1172658" y="2439162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Output</a:t>
            </a:r>
          </a:p>
          <a:p>
            <a:r>
              <a:rPr lang="en-US" altLang="ko-KR" b="1" dirty="0"/>
              <a:t>Layer</a:t>
            </a:r>
            <a:endParaRPr lang="ko-KR" altLang="en-US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353B467-63D0-FB1C-B66E-1BE56CFFC206}"/>
              </a:ext>
            </a:extLst>
          </p:cNvPr>
          <p:cNvSpPr txBox="1"/>
          <p:nvPr/>
        </p:nvSpPr>
        <p:spPr>
          <a:xfrm>
            <a:off x="1172658" y="3357563"/>
            <a:ext cx="958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Hidden</a:t>
            </a:r>
          </a:p>
          <a:p>
            <a:r>
              <a:rPr lang="en-US" altLang="ko-KR" b="1" dirty="0"/>
              <a:t>Layer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8B2DE49-6CD7-6726-71BD-99B80A321221}"/>
              </a:ext>
            </a:extLst>
          </p:cNvPr>
          <p:cNvSpPr txBox="1"/>
          <p:nvPr/>
        </p:nvSpPr>
        <p:spPr>
          <a:xfrm>
            <a:off x="1172658" y="4545247"/>
            <a:ext cx="787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Input</a:t>
            </a:r>
          </a:p>
          <a:p>
            <a:r>
              <a:rPr lang="en-US" altLang="ko-KR" b="1" dirty="0"/>
              <a:t>Layer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E70F9AD-22C7-6D7C-20A4-7B15DA971F20}"/>
              </a:ext>
            </a:extLst>
          </p:cNvPr>
          <p:cNvSpPr txBox="1"/>
          <p:nvPr/>
        </p:nvSpPr>
        <p:spPr>
          <a:xfrm>
            <a:off x="2480304" y="58169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이전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2775039-398D-45B6-2E4A-5CA87C63578D}"/>
              </a:ext>
            </a:extLst>
          </p:cNvPr>
          <p:cNvSpPr txBox="1"/>
          <p:nvPr/>
        </p:nvSpPr>
        <p:spPr>
          <a:xfrm>
            <a:off x="4566279" y="58076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지금</a:t>
            </a:r>
            <a:endParaRPr lang="ko-KR" altLang="en-US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34B9750-0F0B-E98F-0E00-9F99CBD538D5}"/>
              </a:ext>
            </a:extLst>
          </p:cNvPr>
          <p:cNvSpPr txBox="1"/>
          <p:nvPr/>
        </p:nvSpPr>
        <p:spPr>
          <a:xfrm>
            <a:off x="6329306" y="5804837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한 스텝 뒤의 지금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1CFA6F1-105B-01C9-B10A-2F3EEDD09403}"/>
              </a:ext>
            </a:extLst>
          </p:cNvPr>
          <p:cNvSpPr txBox="1"/>
          <p:nvPr/>
        </p:nvSpPr>
        <p:spPr>
          <a:xfrm>
            <a:off x="8404828" y="5804837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두 스텝 뒤의 지금</a:t>
            </a:r>
            <a:endParaRPr lang="ko-KR" altLang="en-US" b="1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43CE8FC-387F-27FB-DD44-980D195EF2A5}"/>
              </a:ext>
            </a:extLst>
          </p:cNvPr>
          <p:cNvCxnSpPr>
            <a:stCxn id="47" idx="6"/>
            <a:endCxn id="54" idx="2"/>
          </p:cNvCxnSpPr>
          <p:nvPr/>
        </p:nvCxnSpPr>
        <p:spPr>
          <a:xfrm>
            <a:off x="2929470" y="3639628"/>
            <a:ext cx="1833975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D003A13-7CA9-7059-0269-FE1329F77EC8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5015445" y="3639628"/>
            <a:ext cx="2197112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9FA20D2-ECCA-1426-64D1-DE44FB068295}"/>
              </a:ext>
            </a:extLst>
          </p:cNvPr>
          <p:cNvCxnSpPr>
            <a:cxnSpLocks/>
            <a:endCxn id="78" idx="2"/>
          </p:cNvCxnSpPr>
          <p:nvPr/>
        </p:nvCxnSpPr>
        <p:spPr>
          <a:xfrm>
            <a:off x="7464557" y="3639628"/>
            <a:ext cx="1796271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ECA4A70-8968-7670-7C30-BF420B120C14}"/>
              </a:ext>
            </a:extLst>
          </p:cNvPr>
          <p:cNvSpPr/>
          <p:nvPr/>
        </p:nvSpPr>
        <p:spPr>
          <a:xfrm>
            <a:off x="2390775" y="3357563"/>
            <a:ext cx="7743818" cy="590628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F19006-882B-D618-0924-DBC2EABBF156}"/>
              </a:ext>
            </a:extLst>
          </p:cNvPr>
          <p:cNvSpPr txBox="1"/>
          <p:nvPr/>
        </p:nvSpPr>
        <p:spPr>
          <a:xfrm>
            <a:off x="10458687" y="3454962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Memory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64248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705CC-907C-FB97-EEB2-4BEECEF31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E992B2-0FEE-D224-8165-6944A3B6F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Seq2Seq Deep Learning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48EDDF-DDC6-DEFB-426A-46C0BC1C56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0E27E5D-2200-2C2F-60AB-1903AAA43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Neural Network + Memory = Recurrent Neural Network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99CA827-B3E6-DAB3-1BE4-E9D61EE5B817}"/>
              </a:ext>
            </a:extLst>
          </p:cNvPr>
          <p:cNvGrpSpPr/>
          <p:nvPr/>
        </p:nvGrpSpPr>
        <p:grpSpPr>
          <a:xfrm>
            <a:off x="2677470" y="2636328"/>
            <a:ext cx="252000" cy="2825250"/>
            <a:chOff x="2677470" y="2636328"/>
            <a:chExt cx="252000" cy="282525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DCC55644-1AD6-C319-B4D7-FFE09DF18ACA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405A6D4E-ECDC-AC28-1681-3BD2CF524099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F66869A8-DFF5-1BC2-D37A-B19DA0278EFF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81FF5395-0B18-8886-6871-0D92B0268A6B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A1A2F02-2FD4-B500-75CE-09AA7AE0332A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6AD6A60-5E1F-F55E-A3CD-D35382E7F240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DB74AFB0-98B7-E1C3-F477-E87B56C3F494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551FB563-64CC-EF28-74D8-C948C2372089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6FFC68B-BBB8-44BA-0DDF-8D068B0108C1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7C22B93E-B668-BA1D-7AFF-C8DEDF44CD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9B90BC86-03D1-C385-C7BB-5AD30164594B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A92E4DA-F6E7-07BA-BD22-6A6F736E91D0}"/>
              </a:ext>
            </a:extLst>
          </p:cNvPr>
          <p:cNvGrpSpPr/>
          <p:nvPr/>
        </p:nvGrpSpPr>
        <p:grpSpPr>
          <a:xfrm>
            <a:off x="4763445" y="2636328"/>
            <a:ext cx="252000" cy="2825250"/>
            <a:chOff x="2677470" y="2636328"/>
            <a:chExt cx="252000" cy="2825250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F1F8F56F-CF44-2128-57D7-75D9FFE928A2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9EBE93E1-3DD7-1CF9-B124-D259768FA544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C76F45D3-0630-4B21-6C7E-708B861E9840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5AD60CD8-726B-481C-D13B-FFEBE2434148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E00E8FA5-D6B0-6AAD-F13A-7E046AD567DF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322F6EFB-176B-5C9A-5978-0EC3B6877FF8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64BD865E-844D-87E2-A5C1-6363AD831AAE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8AA0922C-512B-7CAB-E293-B9E763354D8D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C6A958F7-DF1A-2A43-90B9-66AC2F98816C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6D38BEE7-D055-5C6D-7378-79266EB0CE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F218F45D-0CF4-9248-6886-3B14D7546FAE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51351CAF-82F5-D9F0-45A3-2EBF6CA27C30}"/>
              </a:ext>
            </a:extLst>
          </p:cNvPr>
          <p:cNvGrpSpPr/>
          <p:nvPr/>
        </p:nvGrpSpPr>
        <p:grpSpPr>
          <a:xfrm>
            <a:off x="7212557" y="2636328"/>
            <a:ext cx="252000" cy="2825250"/>
            <a:chOff x="2677470" y="2636328"/>
            <a:chExt cx="252000" cy="2825250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2F40C5D2-7D22-678A-9EF8-DF456719CF2B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3F51D0A5-EBE2-825A-A262-D8D8355044CA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0F6CB29D-AA08-EF04-7595-50F25C72E9D6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080E02BE-D69E-1F12-58C8-91D34ECDB605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03CCB63F-78B3-53D2-9D4C-E23D8B3F55F6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19512D59-AF7B-DFB9-B95B-D7D0D255A7EA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F4CB7E68-FED5-E8B4-D7EC-0868710C9D7A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EB9FFB0E-2C91-DEBB-80F6-70B6E5311B1F}"/>
                </a:ext>
              </a:extLst>
            </p:cNvPr>
            <p:cNvCxnSpPr>
              <a:cxnSpLocks/>
              <a:stCxn id="69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20DB1A78-ACCC-6271-3622-A73970F3B6A5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BEEC06C8-DB14-F39A-32C7-4634D93162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0C2B8628-5532-6F40-ADFF-296A43BE908B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4DF53CAA-8B2D-EC6D-6D08-9205F926F52B}"/>
              </a:ext>
            </a:extLst>
          </p:cNvPr>
          <p:cNvGrpSpPr/>
          <p:nvPr/>
        </p:nvGrpSpPr>
        <p:grpSpPr>
          <a:xfrm>
            <a:off x="9260828" y="2636328"/>
            <a:ext cx="252000" cy="2825250"/>
            <a:chOff x="2677470" y="2636328"/>
            <a:chExt cx="252000" cy="2825250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97BE39D2-5AB7-12E6-EEF4-55B4F9B3D0B8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E653582D-109F-BF62-727D-B7E0F4AE1E2F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1DD34C3F-0703-A628-24C2-FB8208C93878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D51DCF20-072C-FA7E-9A5A-03323D5CD822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E7208339-A3E7-DDD1-4B99-DBDEBE68FC4F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FDB9419A-C5BC-FC65-3DE2-D708CCAF2DD0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0A10716B-B4B6-3134-D4F7-72FD459DBDFD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1008661A-9F43-E96A-D2E8-E7FCDDDF1E76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27ECF13-7B0C-1912-8DC9-F2E34F295A26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AE8F581E-D9E2-44D8-ADA8-CCC5C2DF78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F872CE89-D55C-614E-79F7-64C604E71A4E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E6D307B6-43D6-FE3A-F0ED-F94CA6A2872E}"/>
              </a:ext>
            </a:extLst>
          </p:cNvPr>
          <p:cNvSpPr txBox="1"/>
          <p:nvPr/>
        </p:nvSpPr>
        <p:spPr>
          <a:xfrm>
            <a:off x="1172658" y="2439162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Output</a:t>
            </a:r>
          </a:p>
          <a:p>
            <a:r>
              <a:rPr lang="en-US" altLang="ko-KR" b="1" dirty="0"/>
              <a:t>Layer</a:t>
            </a:r>
            <a:endParaRPr lang="ko-KR" altLang="en-US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32C1C2E-FB66-677D-40CD-ABA2F644B6DE}"/>
              </a:ext>
            </a:extLst>
          </p:cNvPr>
          <p:cNvSpPr txBox="1"/>
          <p:nvPr/>
        </p:nvSpPr>
        <p:spPr>
          <a:xfrm>
            <a:off x="1172658" y="3357563"/>
            <a:ext cx="958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Hidden</a:t>
            </a:r>
          </a:p>
          <a:p>
            <a:r>
              <a:rPr lang="en-US" altLang="ko-KR" b="1" dirty="0"/>
              <a:t>Layer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60B3281-9EF0-9F31-E925-D588170978CC}"/>
              </a:ext>
            </a:extLst>
          </p:cNvPr>
          <p:cNvSpPr txBox="1"/>
          <p:nvPr/>
        </p:nvSpPr>
        <p:spPr>
          <a:xfrm>
            <a:off x="1172658" y="4545247"/>
            <a:ext cx="787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Input</a:t>
            </a:r>
          </a:p>
          <a:p>
            <a:r>
              <a:rPr lang="en-US" altLang="ko-KR" b="1" dirty="0"/>
              <a:t>Layer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E7585CD-9FCE-F9E8-EC17-101FDC676E47}"/>
              </a:ext>
            </a:extLst>
          </p:cNvPr>
          <p:cNvSpPr txBox="1"/>
          <p:nvPr/>
        </p:nvSpPr>
        <p:spPr>
          <a:xfrm>
            <a:off x="2576485" y="580763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X1</a:t>
            </a:r>
            <a:endParaRPr lang="ko-KR" altLang="en-US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FF591FE-BA56-4BAB-3993-E02D4BB6AC45}"/>
              </a:ext>
            </a:extLst>
          </p:cNvPr>
          <p:cNvSpPr txBox="1"/>
          <p:nvPr/>
        </p:nvSpPr>
        <p:spPr>
          <a:xfrm>
            <a:off x="4652040" y="580763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X2</a:t>
            </a:r>
            <a:endParaRPr lang="ko-KR" altLang="en-US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4C64215-9C22-92DD-EC22-1E7BAE4323D8}"/>
              </a:ext>
            </a:extLst>
          </p:cNvPr>
          <p:cNvSpPr txBox="1"/>
          <p:nvPr/>
        </p:nvSpPr>
        <p:spPr>
          <a:xfrm>
            <a:off x="7088197" y="580763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X3</a:t>
            </a:r>
            <a:endParaRPr lang="ko-KR" altLang="en-US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FF9A993-52C4-CDE4-222E-C4AD1A692D3B}"/>
              </a:ext>
            </a:extLst>
          </p:cNvPr>
          <p:cNvSpPr txBox="1"/>
          <p:nvPr/>
        </p:nvSpPr>
        <p:spPr>
          <a:xfrm>
            <a:off x="9144614" y="5807631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X4</a:t>
            </a:r>
            <a:endParaRPr lang="ko-KR" altLang="en-US" b="1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0D4C9B0-D5CD-548D-B877-3BCB34CF5CE0}"/>
              </a:ext>
            </a:extLst>
          </p:cNvPr>
          <p:cNvCxnSpPr>
            <a:stCxn id="47" idx="6"/>
            <a:endCxn id="54" idx="2"/>
          </p:cNvCxnSpPr>
          <p:nvPr/>
        </p:nvCxnSpPr>
        <p:spPr>
          <a:xfrm>
            <a:off x="2929470" y="3639628"/>
            <a:ext cx="1833975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E3B7E51-E87C-AFB2-82FF-B27121384D07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5015445" y="3639628"/>
            <a:ext cx="2197112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C151A70-76E6-CE63-31A0-E60EE3814B7A}"/>
              </a:ext>
            </a:extLst>
          </p:cNvPr>
          <p:cNvCxnSpPr>
            <a:cxnSpLocks/>
            <a:endCxn id="78" idx="2"/>
          </p:cNvCxnSpPr>
          <p:nvPr/>
        </p:nvCxnSpPr>
        <p:spPr>
          <a:xfrm>
            <a:off x="7464557" y="3639628"/>
            <a:ext cx="1796271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8DE053-A8C1-0405-EF2B-C452758FE65A}"/>
              </a:ext>
            </a:extLst>
          </p:cNvPr>
          <p:cNvSpPr txBox="1"/>
          <p:nvPr/>
        </p:nvSpPr>
        <p:spPr>
          <a:xfrm>
            <a:off x="2587705" y="209397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Y1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DEA5C9-C58A-58B5-B820-AF457B4ACE4C}"/>
              </a:ext>
            </a:extLst>
          </p:cNvPr>
          <p:cNvSpPr txBox="1"/>
          <p:nvPr/>
        </p:nvSpPr>
        <p:spPr>
          <a:xfrm>
            <a:off x="4668070" y="2057475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Y2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94169B-E93C-F9AD-D100-107D8F5A1465}"/>
              </a:ext>
            </a:extLst>
          </p:cNvPr>
          <p:cNvSpPr txBox="1"/>
          <p:nvPr/>
        </p:nvSpPr>
        <p:spPr>
          <a:xfrm>
            <a:off x="7104227" y="2066402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Y3</a:t>
            </a:r>
            <a:endParaRPr lang="ko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AE7A61-2D96-D213-0EA7-A8B8D541814D}"/>
              </a:ext>
            </a:extLst>
          </p:cNvPr>
          <p:cNvSpPr txBox="1"/>
          <p:nvPr/>
        </p:nvSpPr>
        <p:spPr>
          <a:xfrm>
            <a:off x="9161545" y="2054315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Y4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59629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31FA7-8A07-BA4C-715F-6A5C78688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6D707-6276-51A2-B7F6-9565A97B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Seq2Seq Deep Learning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75E223-8CCC-A010-2BC9-C783DF3722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05D316E-687B-97F8-AF1F-99F9B3A10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Neural Network + Memory = Recurrent Neural Network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0EDC6BD-E011-C6BD-8B79-2757CD79DDB4}"/>
              </a:ext>
            </a:extLst>
          </p:cNvPr>
          <p:cNvGrpSpPr/>
          <p:nvPr/>
        </p:nvGrpSpPr>
        <p:grpSpPr>
          <a:xfrm>
            <a:off x="6973245" y="2636328"/>
            <a:ext cx="252000" cy="2825250"/>
            <a:chOff x="2677470" y="2636328"/>
            <a:chExt cx="252000" cy="282525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D6561DD7-C2E0-93E8-E095-422BD7344C1F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9DC63AEF-5705-23CF-06FD-61743AF9DC48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B9A55CDF-55FB-E9BB-86CF-54E09927FD50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04A52930-B410-C70B-A91B-4E7FC8A8DF20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DC42F033-A006-20CB-79B4-59D05E034530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1E76C5F5-664C-1E4D-AB28-4B89650DE972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89DBA60D-8C0C-377D-6C88-DBEBB7C918C5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11A2F929-C95F-FC84-9ADA-F748C831796B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F15744E2-D59A-7791-9F7B-3D957E8859FE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E9D9AEFC-2DAD-C753-C83A-B764BBA862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B6C553C-E422-8055-56E6-0ACE1063A4FB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9163A549-E3AC-E87C-9C8D-A225FCBD0858}"/>
              </a:ext>
            </a:extLst>
          </p:cNvPr>
          <p:cNvGrpSpPr/>
          <p:nvPr/>
        </p:nvGrpSpPr>
        <p:grpSpPr>
          <a:xfrm>
            <a:off x="7706887" y="2636328"/>
            <a:ext cx="252000" cy="2825250"/>
            <a:chOff x="2677470" y="2636328"/>
            <a:chExt cx="252000" cy="2825250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DCA27CBE-048C-0856-1156-185FB2B00EA1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5B5A8B69-49D1-6B68-65FB-1E1C6274D22E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AAE5ADDE-21B5-4CDB-143E-A82335535444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1FC224E-BAC5-8D60-21EB-CEE053EAD38E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715E16A9-BB7D-B968-9C19-5ABFF16A0C6C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732B8B78-1106-19BB-80F5-BBD61758C063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75E58B63-D52D-A1C4-DC28-BBF7D2B1AAFE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F614BE7E-1B22-9EFB-C5EA-C0E76CEAE655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B3348C00-7D6D-8342-E9D3-E969D8608204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965BA4A9-E1E1-0530-9F1E-55B0FB062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C4AEC068-F5FD-51BF-8518-FEB603EAF435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C73B495-99A4-47DF-85D7-9211D4D0726E}"/>
              </a:ext>
            </a:extLst>
          </p:cNvPr>
          <p:cNvGrpSpPr/>
          <p:nvPr/>
        </p:nvGrpSpPr>
        <p:grpSpPr>
          <a:xfrm>
            <a:off x="8393252" y="2636328"/>
            <a:ext cx="252000" cy="2825250"/>
            <a:chOff x="2677470" y="2636328"/>
            <a:chExt cx="252000" cy="2825250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C8FDDCC2-7E43-528B-DDE0-BE4401083A5C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85ED98A0-781D-1724-405F-103C69D887DA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4A981A51-800E-196E-D3BE-5E7EDAA0BDF0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319B498D-3CF5-6DEC-8D90-D05C906A3941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E06B7F2A-3D29-5C2F-0C11-B89ACD0D7166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E65A31CF-64F8-E31C-BE8C-6DEFAE0D119C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A40A9941-83CB-8375-0EDD-7D76ECB16EA7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1D29B485-FFA8-CA99-F64F-C649D529214E}"/>
                </a:ext>
              </a:extLst>
            </p:cNvPr>
            <p:cNvCxnSpPr>
              <a:cxnSpLocks/>
              <a:stCxn id="69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75EF0811-C0C2-33E5-7666-45411C429E50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444B7A74-832A-24BF-A60D-95F69C123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9E560D6A-8A14-259A-D72C-55AEE591588F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9289C150-ABA7-3107-9C38-D23D183654B8}"/>
              </a:ext>
            </a:extLst>
          </p:cNvPr>
          <p:cNvGrpSpPr/>
          <p:nvPr/>
        </p:nvGrpSpPr>
        <p:grpSpPr>
          <a:xfrm>
            <a:off x="9016940" y="2636328"/>
            <a:ext cx="252000" cy="2825250"/>
            <a:chOff x="2677470" y="2636328"/>
            <a:chExt cx="252000" cy="2825250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D11F9640-38D7-3BE0-B7E2-4672704FFD4C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66D274DA-68B9-A09A-48D4-A7A0D603B181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B2D49094-F7EF-9593-DD7F-C31CD94AD1B1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7DAB5134-FA77-3513-20A6-65CAEF9C4F8C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466EB436-0404-115C-04E7-96CD4D8A35E7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0B36BA91-7C5E-FCD9-2B51-BA61F6646479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E202BD1C-BD9B-44F0-E78D-9B2F1C18B7ED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53E9E505-6E3A-56EF-C2F1-071E3EE5F920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9E825D4-162A-7282-A005-E0A43AD7FDAA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FB0B03BD-D8B4-F23A-3F57-1E56A71ADC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53725710-04B5-18A1-9865-09DDB7B5D4C1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2803EE71-B254-AE8E-6BD3-CFBE2E239926}"/>
              </a:ext>
            </a:extLst>
          </p:cNvPr>
          <p:cNvSpPr txBox="1"/>
          <p:nvPr/>
        </p:nvSpPr>
        <p:spPr>
          <a:xfrm>
            <a:off x="3029701" y="2394221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Output</a:t>
            </a:r>
          </a:p>
          <a:p>
            <a:r>
              <a:rPr lang="en-US" altLang="ko-KR" b="1" dirty="0"/>
              <a:t>Layer</a:t>
            </a:r>
            <a:endParaRPr lang="ko-KR" altLang="en-US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613AE59-8EB7-78AF-C7AA-33AD34CFC42B}"/>
              </a:ext>
            </a:extLst>
          </p:cNvPr>
          <p:cNvSpPr txBox="1"/>
          <p:nvPr/>
        </p:nvSpPr>
        <p:spPr>
          <a:xfrm>
            <a:off x="3029701" y="3312622"/>
            <a:ext cx="958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Hidden</a:t>
            </a:r>
          </a:p>
          <a:p>
            <a:r>
              <a:rPr lang="en-US" altLang="ko-KR" b="1" dirty="0"/>
              <a:t>Layer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C8EDFD9-4FDC-56B0-1D26-B995B64E8B55}"/>
              </a:ext>
            </a:extLst>
          </p:cNvPr>
          <p:cNvSpPr txBox="1"/>
          <p:nvPr/>
        </p:nvSpPr>
        <p:spPr>
          <a:xfrm>
            <a:off x="3029701" y="4500306"/>
            <a:ext cx="787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Input</a:t>
            </a:r>
          </a:p>
          <a:p>
            <a:r>
              <a:rPr lang="en-US" altLang="ko-KR" b="1" dirty="0"/>
              <a:t>Layer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713F83C-35F9-5912-1498-14173843024A}"/>
              </a:ext>
            </a:extLst>
          </p:cNvPr>
          <p:cNvSpPr txBox="1"/>
          <p:nvPr/>
        </p:nvSpPr>
        <p:spPr>
          <a:xfrm>
            <a:off x="6872260" y="580763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X1</a:t>
            </a:r>
            <a:endParaRPr lang="ko-KR" altLang="en-US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10F115B-EC89-2B0E-CC91-B787DF49D4ED}"/>
              </a:ext>
            </a:extLst>
          </p:cNvPr>
          <p:cNvSpPr txBox="1"/>
          <p:nvPr/>
        </p:nvSpPr>
        <p:spPr>
          <a:xfrm>
            <a:off x="7595482" y="580763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X2</a:t>
            </a:r>
            <a:endParaRPr lang="ko-KR" altLang="en-US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796A72F-60F3-FF52-C2A1-B8C7B12615C1}"/>
              </a:ext>
            </a:extLst>
          </p:cNvPr>
          <p:cNvSpPr txBox="1"/>
          <p:nvPr/>
        </p:nvSpPr>
        <p:spPr>
          <a:xfrm>
            <a:off x="8268892" y="580763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X3</a:t>
            </a:r>
            <a:endParaRPr lang="ko-KR" altLang="en-US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EF1EC19-8A05-455E-A4A0-055E5E793EB6}"/>
              </a:ext>
            </a:extLst>
          </p:cNvPr>
          <p:cNvSpPr txBox="1"/>
          <p:nvPr/>
        </p:nvSpPr>
        <p:spPr>
          <a:xfrm>
            <a:off x="8900726" y="5807631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X4</a:t>
            </a:r>
            <a:endParaRPr lang="ko-KR" altLang="en-US" b="1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9D43571B-CCB6-0B11-E63A-1D5C61EC2028}"/>
              </a:ext>
            </a:extLst>
          </p:cNvPr>
          <p:cNvCxnSpPr>
            <a:cxnSpLocks/>
            <a:stCxn id="47" idx="6"/>
          </p:cNvCxnSpPr>
          <p:nvPr/>
        </p:nvCxnSpPr>
        <p:spPr>
          <a:xfrm>
            <a:off x="7225245" y="3639628"/>
            <a:ext cx="490005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26A0E8F-9075-993F-84E6-FD18A4F7E765}"/>
              </a:ext>
            </a:extLst>
          </p:cNvPr>
          <p:cNvCxnSpPr>
            <a:cxnSpLocks/>
          </p:cNvCxnSpPr>
          <p:nvPr/>
        </p:nvCxnSpPr>
        <p:spPr>
          <a:xfrm>
            <a:off x="7958887" y="3639628"/>
            <a:ext cx="451905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4BE1D0C-0C18-42BF-E6E4-921E2E0473AD}"/>
              </a:ext>
            </a:extLst>
          </p:cNvPr>
          <p:cNvCxnSpPr>
            <a:cxnSpLocks/>
          </p:cNvCxnSpPr>
          <p:nvPr/>
        </p:nvCxnSpPr>
        <p:spPr>
          <a:xfrm>
            <a:off x="8645252" y="3639628"/>
            <a:ext cx="355468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84F6572-AC45-AFA7-7F39-22141B4B68F3}"/>
              </a:ext>
            </a:extLst>
          </p:cNvPr>
          <p:cNvSpPr txBox="1"/>
          <p:nvPr/>
        </p:nvSpPr>
        <p:spPr>
          <a:xfrm>
            <a:off x="6883480" y="209397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Y1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48366A-10E1-425E-EE98-C8CDBD5FC5D5}"/>
              </a:ext>
            </a:extLst>
          </p:cNvPr>
          <p:cNvSpPr txBox="1"/>
          <p:nvPr/>
        </p:nvSpPr>
        <p:spPr>
          <a:xfrm>
            <a:off x="7611512" y="2057475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Y2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BE34D2-6B88-6692-A893-85E1D8644DC5}"/>
              </a:ext>
            </a:extLst>
          </p:cNvPr>
          <p:cNvSpPr txBox="1"/>
          <p:nvPr/>
        </p:nvSpPr>
        <p:spPr>
          <a:xfrm>
            <a:off x="8284922" y="2066402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Y3</a:t>
            </a:r>
            <a:endParaRPr lang="ko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0D180F-FE0D-1EE1-8AF2-69032B4839F5}"/>
              </a:ext>
            </a:extLst>
          </p:cNvPr>
          <p:cNvSpPr txBox="1"/>
          <p:nvPr/>
        </p:nvSpPr>
        <p:spPr>
          <a:xfrm>
            <a:off x="8917657" y="2054315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Y4</a:t>
            </a:r>
            <a:endParaRPr lang="ko-KR" altLang="en-US" b="1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8E146AD-44CE-70AE-A10F-3DDC9B01957F}"/>
              </a:ext>
            </a:extLst>
          </p:cNvPr>
          <p:cNvGrpSpPr/>
          <p:nvPr/>
        </p:nvGrpSpPr>
        <p:grpSpPr>
          <a:xfrm>
            <a:off x="4844493" y="2546328"/>
            <a:ext cx="252000" cy="2825250"/>
            <a:chOff x="2677470" y="2636328"/>
            <a:chExt cx="252000" cy="2825250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21F0978-FE29-94A1-FB38-075F58952819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5D13C20-8376-7D4F-D81B-2A8DC6793A1E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F0530DD-9DFF-A20D-3D45-A2E974263D60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BF8C963D-0AB8-9749-A0AA-E08C4E70D572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137DCDB-B127-1150-1A36-F7F126811105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BB935BE7-9F4C-A874-BAC3-A8FBA67858F4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713DE8DA-F97F-7E0C-D0A3-DB7A0981926D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925E7F84-099B-1174-DA84-8A5A0CBB16FA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E2DC0B39-E252-2D28-13BA-511A984559B8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D9F9E253-9BB2-C6A2-6B4A-DA001A5564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28068581-D433-67C4-1C43-41CCA92A9693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D33F343-9E76-C33D-DC65-4063DDB768F9}"/>
              </a:ext>
            </a:extLst>
          </p:cNvPr>
          <p:cNvSpPr txBox="1"/>
          <p:nvPr/>
        </p:nvSpPr>
        <p:spPr>
          <a:xfrm>
            <a:off x="4728279" y="5717631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Xn</a:t>
            </a:r>
            <a:endParaRPr lang="ko-KR" altLang="en-US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C96FAB-FA46-2458-470E-C370DE8988AA}"/>
              </a:ext>
            </a:extLst>
          </p:cNvPr>
          <p:cNvSpPr txBox="1"/>
          <p:nvPr/>
        </p:nvSpPr>
        <p:spPr>
          <a:xfrm>
            <a:off x="4745210" y="1964315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Yn</a:t>
            </a:r>
            <a:endParaRPr lang="ko-KR" altLang="en-US" b="1" dirty="0"/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6537C0DC-F480-C100-F601-F98C608E2E6D}"/>
              </a:ext>
            </a:extLst>
          </p:cNvPr>
          <p:cNvCxnSpPr>
            <a:cxnSpLocks/>
            <a:endCxn id="25" idx="2"/>
          </p:cNvCxnSpPr>
          <p:nvPr/>
        </p:nvCxnSpPr>
        <p:spPr>
          <a:xfrm rot="10800000">
            <a:off x="4844493" y="3549628"/>
            <a:ext cx="268220" cy="30072"/>
          </a:xfrm>
          <a:prstGeom prst="bentConnector5">
            <a:avLst>
              <a:gd name="adj1" fmla="val -121268"/>
              <a:gd name="adj2" fmla="val 1328053"/>
              <a:gd name="adj3" fmla="val 245599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53EBC47F-837E-73B1-0ADC-17CDF39EE63F}"/>
              </a:ext>
            </a:extLst>
          </p:cNvPr>
          <p:cNvSpPr txBox="1"/>
          <p:nvPr/>
        </p:nvSpPr>
        <p:spPr>
          <a:xfrm>
            <a:off x="5831500" y="3258904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=</a:t>
            </a:r>
            <a:endParaRPr lang="ko-KR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513269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F40DA-AD7D-D368-FCA5-63895E615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F8D06-F15D-5444-4CF4-1D33C28F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Seq2Seq Deep Learning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68D94A-33E2-6F9F-1A43-3F6861FE2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EBB1DDD-23A1-D28E-5766-57F9D0597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Neural Network + Memory = Recurrent Neural Network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8FC0A80F-3B79-227B-0E07-F011DD8DB428}"/>
              </a:ext>
            </a:extLst>
          </p:cNvPr>
          <p:cNvGrpSpPr/>
          <p:nvPr/>
        </p:nvGrpSpPr>
        <p:grpSpPr>
          <a:xfrm>
            <a:off x="6973245" y="2636328"/>
            <a:ext cx="252000" cy="2825250"/>
            <a:chOff x="2677470" y="2636328"/>
            <a:chExt cx="252000" cy="282525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60FF1C6-0777-12F2-EBC7-62F01EB68ACC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13589A8-5729-F066-C58E-FC3678E40BCA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12A493EA-F60B-F5E5-675C-005C46D8A4EF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1A3479D-314D-4CD3-C3DE-D555066057C4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3706E0E7-3D3B-4C02-178E-AF5BC1AF27BD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C615413-0AD8-0223-BC13-0175E5A1F5B9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30436319-8807-F28F-AC1B-CE5FDE3A3946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94303E01-AFE7-0B39-665F-7732906F7F6C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F3196FF-C52C-B977-7897-3647135DCB6C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6285F4DE-69CF-E785-1FB4-13CFE407D9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625C2EC1-ED79-559B-419D-ECF8780CD533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93D03FE-3C6C-E64D-517C-F3BDFAC20B51}"/>
              </a:ext>
            </a:extLst>
          </p:cNvPr>
          <p:cNvGrpSpPr/>
          <p:nvPr/>
        </p:nvGrpSpPr>
        <p:grpSpPr>
          <a:xfrm>
            <a:off x="7706887" y="2636328"/>
            <a:ext cx="252000" cy="2825250"/>
            <a:chOff x="2677470" y="2636328"/>
            <a:chExt cx="252000" cy="2825250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9936CEF-0634-B02E-EB78-EF7A5C34C14A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8103E5A2-A446-F3C2-65F3-36335978B798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66DF80F0-2A51-C0C6-7325-9A43FC43000B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71D72FDE-7382-5E56-10F5-C9502FA8A20D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9289ACB7-CB86-F1A6-061D-59A002A00524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D4A5ACDD-4812-ABFD-AE59-70FB6073D164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BF3AEE0D-66F3-940D-2BD6-9D3876BF0185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331D907A-5FCC-0AA9-C600-93CAE48EEAD5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121C7673-6BDF-EE54-8060-2F6AD2D46A9F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B07B8ABF-7257-6533-BAFC-482C30A0FF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16BBC172-CF31-75E9-BBAC-31115A555CEB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E054AC64-A34E-32C1-3223-5D18CE881FAF}"/>
              </a:ext>
            </a:extLst>
          </p:cNvPr>
          <p:cNvGrpSpPr/>
          <p:nvPr/>
        </p:nvGrpSpPr>
        <p:grpSpPr>
          <a:xfrm>
            <a:off x="8393252" y="2636328"/>
            <a:ext cx="252000" cy="2825250"/>
            <a:chOff x="2677470" y="2636328"/>
            <a:chExt cx="252000" cy="2825250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01470DC7-9A1B-7FF6-E3E8-DA53323659A4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3E8892C3-707F-41F1-0232-C4FEE6EEF942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E19A1828-F45B-D6D5-EC80-A2731AA5A72F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19E6A118-5872-6044-F521-E9EE5D617F03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28450B4B-614E-E678-26D4-EC6747B81B34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85D54B7D-84B1-A284-79E5-CE59B10849C4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A8450507-4F78-B746-E7F9-DE0FA9DFACCC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40401D53-1F60-AE33-DA44-72CE659C66BE}"/>
                </a:ext>
              </a:extLst>
            </p:cNvPr>
            <p:cNvCxnSpPr>
              <a:cxnSpLocks/>
              <a:stCxn id="69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9F32D6F0-9C4B-D085-0C38-E6ADECF5B25A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AA30E18E-7B44-0872-6EF2-99EEA20BFC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E1664359-554E-90F6-A091-CF0C349ECDC2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E785AC6E-AE14-A8D4-0DCA-50DBC280680D}"/>
              </a:ext>
            </a:extLst>
          </p:cNvPr>
          <p:cNvGrpSpPr/>
          <p:nvPr/>
        </p:nvGrpSpPr>
        <p:grpSpPr>
          <a:xfrm>
            <a:off x="9016940" y="2636328"/>
            <a:ext cx="252000" cy="2825250"/>
            <a:chOff x="2677470" y="2636328"/>
            <a:chExt cx="252000" cy="2825250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0F45761F-91A3-2F86-2FBF-6C8C295F9E28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DE20A1FC-39E8-521D-7046-F09DA7669053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788CAECD-779D-B0B8-2B6D-E5E8467AA85C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FF2F8420-5058-BA63-4C1A-409605E7420E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ACEEE229-807B-766D-1C72-A0F8285507DF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AB0546E8-B4B4-2C98-52E6-ED232D711E2F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DDC20A65-F277-21FB-BEF0-2CD0CB7C76D1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9596F665-13B7-2AFE-4174-BEDD53FB77A1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F9DE7BF-1573-31D4-A849-63E5268D6CE1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6F8B570A-AFAB-BCF8-9CDA-8D6701FF3B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AC6D8A02-500F-1A28-3914-865F115712D4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CFE6A0B6-9698-17D1-786A-70FAE401514B}"/>
              </a:ext>
            </a:extLst>
          </p:cNvPr>
          <p:cNvSpPr txBox="1"/>
          <p:nvPr/>
        </p:nvSpPr>
        <p:spPr>
          <a:xfrm>
            <a:off x="3029701" y="2394221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Output</a:t>
            </a:r>
          </a:p>
          <a:p>
            <a:r>
              <a:rPr lang="en-US" altLang="ko-KR" b="1" dirty="0"/>
              <a:t>Layer</a:t>
            </a:r>
            <a:endParaRPr lang="ko-KR" altLang="en-US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7D5F852-9693-F198-E594-012E094FA4E5}"/>
              </a:ext>
            </a:extLst>
          </p:cNvPr>
          <p:cNvSpPr txBox="1"/>
          <p:nvPr/>
        </p:nvSpPr>
        <p:spPr>
          <a:xfrm>
            <a:off x="3029701" y="3312622"/>
            <a:ext cx="958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Hidden</a:t>
            </a:r>
          </a:p>
          <a:p>
            <a:r>
              <a:rPr lang="en-US" altLang="ko-KR" b="1" dirty="0"/>
              <a:t>Layer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50751A5-75C1-7846-6695-AE1A5E8E0CEB}"/>
              </a:ext>
            </a:extLst>
          </p:cNvPr>
          <p:cNvSpPr txBox="1"/>
          <p:nvPr/>
        </p:nvSpPr>
        <p:spPr>
          <a:xfrm>
            <a:off x="3029701" y="4500306"/>
            <a:ext cx="787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Input</a:t>
            </a:r>
          </a:p>
          <a:p>
            <a:r>
              <a:rPr lang="en-US" altLang="ko-KR" b="1" dirty="0"/>
              <a:t>Layer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6708AA5-D604-66E6-4EBB-BF7069CA47AC}"/>
              </a:ext>
            </a:extLst>
          </p:cNvPr>
          <p:cNvSpPr txBox="1"/>
          <p:nvPr/>
        </p:nvSpPr>
        <p:spPr>
          <a:xfrm>
            <a:off x="6872260" y="580763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X1</a:t>
            </a:r>
            <a:endParaRPr lang="ko-KR" altLang="en-US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99D41F1-8052-F8A4-12F0-D28B243F823B}"/>
              </a:ext>
            </a:extLst>
          </p:cNvPr>
          <p:cNvSpPr txBox="1"/>
          <p:nvPr/>
        </p:nvSpPr>
        <p:spPr>
          <a:xfrm>
            <a:off x="7595482" y="580763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X2</a:t>
            </a:r>
            <a:endParaRPr lang="ko-KR" altLang="en-US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ED99424-772D-0E65-B4A5-938A7F70ADE2}"/>
              </a:ext>
            </a:extLst>
          </p:cNvPr>
          <p:cNvSpPr txBox="1"/>
          <p:nvPr/>
        </p:nvSpPr>
        <p:spPr>
          <a:xfrm>
            <a:off x="8268892" y="580763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X3</a:t>
            </a:r>
            <a:endParaRPr lang="ko-KR" altLang="en-US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7CCF833-98AB-318E-3680-A9121DF1D664}"/>
              </a:ext>
            </a:extLst>
          </p:cNvPr>
          <p:cNvSpPr txBox="1"/>
          <p:nvPr/>
        </p:nvSpPr>
        <p:spPr>
          <a:xfrm>
            <a:off x="8900726" y="5807631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X4</a:t>
            </a:r>
            <a:endParaRPr lang="ko-KR" altLang="en-US" b="1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DFBC413-200A-4498-9661-99A913ACEF76}"/>
              </a:ext>
            </a:extLst>
          </p:cNvPr>
          <p:cNvCxnSpPr>
            <a:cxnSpLocks/>
            <a:stCxn id="47" idx="6"/>
          </p:cNvCxnSpPr>
          <p:nvPr/>
        </p:nvCxnSpPr>
        <p:spPr>
          <a:xfrm>
            <a:off x="7225245" y="3639628"/>
            <a:ext cx="490005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C33EC06-295E-01FB-FC05-5154FCE87798}"/>
              </a:ext>
            </a:extLst>
          </p:cNvPr>
          <p:cNvCxnSpPr>
            <a:cxnSpLocks/>
          </p:cNvCxnSpPr>
          <p:nvPr/>
        </p:nvCxnSpPr>
        <p:spPr>
          <a:xfrm>
            <a:off x="7958887" y="3639628"/>
            <a:ext cx="451905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00B7E8A-6768-24A1-FDAB-D0E8091D4FA5}"/>
              </a:ext>
            </a:extLst>
          </p:cNvPr>
          <p:cNvCxnSpPr>
            <a:cxnSpLocks/>
          </p:cNvCxnSpPr>
          <p:nvPr/>
        </p:nvCxnSpPr>
        <p:spPr>
          <a:xfrm>
            <a:off x="8645252" y="3639628"/>
            <a:ext cx="355468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27976BC-DEF9-5DF1-374F-ECABE5AE9DCC}"/>
              </a:ext>
            </a:extLst>
          </p:cNvPr>
          <p:cNvSpPr txBox="1"/>
          <p:nvPr/>
        </p:nvSpPr>
        <p:spPr>
          <a:xfrm>
            <a:off x="6883480" y="209397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Y1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75BB12-771A-8929-E9DC-349FACB1CF28}"/>
              </a:ext>
            </a:extLst>
          </p:cNvPr>
          <p:cNvSpPr txBox="1"/>
          <p:nvPr/>
        </p:nvSpPr>
        <p:spPr>
          <a:xfrm>
            <a:off x="7611512" y="2057475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Y2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2C5B1E-EC0C-B420-F7DC-44CA32F8EED9}"/>
              </a:ext>
            </a:extLst>
          </p:cNvPr>
          <p:cNvSpPr txBox="1"/>
          <p:nvPr/>
        </p:nvSpPr>
        <p:spPr>
          <a:xfrm>
            <a:off x="8284922" y="2066402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Y3</a:t>
            </a:r>
            <a:endParaRPr lang="ko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F86383-B20B-0B1F-1A98-B1D6D0990FE9}"/>
              </a:ext>
            </a:extLst>
          </p:cNvPr>
          <p:cNvSpPr txBox="1"/>
          <p:nvPr/>
        </p:nvSpPr>
        <p:spPr>
          <a:xfrm>
            <a:off x="8917657" y="2054315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Y4</a:t>
            </a:r>
            <a:endParaRPr lang="ko-KR" altLang="en-US" b="1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213057E-213F-8F81-C3A3-61EA55391B6F}"/>
              </a:ext>
            </a:extLst>
          </p:cNvPr>
          <p:cNvGrpSpPr/>
          <p:nvPr/>
        </p:nvGrpSpPr>
        <p:grpSpPr>
          <a:xfrm>
            <a:off x="4844493" y="2546328"/>
            <a:ext cx="252000" cy="2825250"/>
            <a:chOff x="2677470" y="2636328"/>
            <a:chExt cx="252000" cy="2825250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3298E9F-7F55-6338-F6C4-097C67BF72AC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FC8AB26D-281C-063B-CA62-C322EB68B48B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AF9A27B2-BC0B-386B-BCEE-591DEC640CCF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2C872757-D485-E6F1-4A19-600E452D0616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F3E0180F-CA93-9AB2-7FA7-9FA18EC8AD9D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887BC3E0-6196-2108-5544-4808DC42D34F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F56BDEE4-CFEC-6213-32EF-3453A9547C7D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BD9982FE-6EDF-5416-0607-772AB801E4FD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20E54291-620B-839D-BDBA-09E45032A77E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25ED6A80-DEE9-FF7E-75F4-400B636066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465ED762-8EC3-2368-F1E9-30DB043C5D1C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A6954EA-DDA8-9DD2-817C-065501F8A60E}"/>
              </a:ext>
            </a:extLst>
          </p:cNvPr>
          <p:cNvSpPr txBox="1"/>
          <p:nvPr/>
        </p:nvSpPr>
        <p:spPr>
          <a:xfrm>
            <a:off x="4728279" y="5717631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Xn</a:t>
            </a:r>
            <a:endParaRPr lang="ko-KR" altLang="en-US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F50C5A-7493-DA1D-1A92-572FEA8D4F53}"/>
              </a:ext>
            </a:extLst>
          </p:cNvPr>
          <p:cNvSpPr txBox="1"/>
          <p:nvPr/>
        </p:nvSpPr>
        <p:spPr>
          <a:xfrm>
            <a:off x="4745210" y="1964315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Yn</a:t>
            </a:r>
            <a:endParaRPr lang="ko-KR" altLang="en-US" b="1" dirty="0"/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7074F682-1467-FEC2-3810-A59D24AA47DA}"/>
              </a:ext>
            </a:extLst>
          </p:cNvPr>
          <p:cNvCxnSpPr>
            <a:cxnSpLocks/>
            <a:endCxn id="25" idx="2"/>
          </p:cNvCxnSpPr>
          <p:nvPr/>
        </p:nvCxnSpPr>
        <p:spPr>
          <a:xfrm rot="10800000">
            <a:off x="4844493" y="3549628"/>
            <a:ext cx="268220" cy="30072"/>
          </a:xfrm>
          <a:prstGeom prst="bentConnector5">
            <a:avLst>
              <a:gd name="adj1" fmla="val -121268"/>
              <a:gd name="adj2" fmla="val 1328053"/>
              <a:gd name="adj3" fmla="val 245599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4EE17E0-2E75-2CED-9450-CCD6FF3BE02F}"/>
              </a:ext>
            </a:extLst>
          </p:cNvPr>
          <p:cNvSpPr txBox="1"/>
          <p:nvPr/>
        </p:nvSpPr>
        <p:spPr>
          <a:xfrm>
            <a:off x="5831500" y="3258904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/>
              <a:t>=</a:t>
            </a:r>
            <a:endParaRPr lang="ko-KR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4076065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AE561-AF4B-2D56-F222-884261131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ACB7FA-3792-E5DB-91EE-829ADACD5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RNN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60E091-4271-5C9A-DDC3-56C51B3577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0835C68-2807-9199-0B91-2FFB689BE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방식의 문제점</a:t>
            </a:r>
            <a:endParaRPr lang="en-US" altLang="ko-KR" dirty="0"/>
          </a:p>
          <a:p>
            <a:pPr lvl="1"/>
            <a:r>
              <a:rPr lang="ko-KR" altLang="en-US" dirty="0"/>
              <a:t>입력과 다른 길이의 출력을 생성할 수 없음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번역과 같은 작업의 경우 전체 문장을 알아야 생성을 시작할 수 있음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(+ </a:t>
            </a:r>
            <a:r>
              <a:rPr lang="ko-KR" altLang="en-US" dirty="0"/>
              <a:t>장기기억문제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C73C784-E6A3-10D2-433C-67A436241F37}"/>
              </a:ext>
            </a:extLst>
          </p:cNvPr>
          <p:cNvGrpSpPr/>
          <p:nvPr/>
        </p:nvGrpSpPr>
        <p:grpSpPr>
          <a:xfrm>
            <a:off x="2858445" y="2851650"/>
            <a:ext cx="252000" cy="2825250"/>
            <a:chOff x="2677470" y="2636328"/>
            <a:chExt cx="252000" cy="2825250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7CD202C-4C18-AE73-4355-5531EAD93934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F4323035-D8BA-51E3-98B7-197260F18489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E224B03C-D777-87DB-DE05-1AE921E932EF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48C84C95-3D9B-D7D2-CC19-ED395F4B9B9B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17B4A9C3-85DE-5C58-8621-6F32C1DB93BE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572D41E6-E165-4C5C-320C-83C6866BFB2F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2C15769C-5DEE-E2B9-3837-090D00BC2C64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3C113021-A390-5863-0BB7-1B55FD829560}"/>
                </a:ext>
              </a:extLst>
            </p:cNvPr>
            <p:cNvCxnSpPr>
              <a:cxnSpLocks/>
              <a:stCxn id="40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90BBEE97-3841-E74B-E9DF-3F2258958599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88272C33-76D5-E8AF-E74A-40624358D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D3E4037A-3A6D-4D5B-FAF7-AF89B8DF8918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E4D3F230-0770-7DB3-8DE5-75692498B1AF}"/>
              </a:ext>
            </a:extLst>
          </p:cNvPr>
          <p:cNvGrpSpPr/>
          <p:nvPr/>
        </p:nvGrpSpPr>
        <p:grpSpPr>
          <a:xfrm>
            <a:off x="4944420" y="2851650"/>
            <a:ext cx="252000" cy="2825250"/>
            <a:chOff x="2677470" y="2636328"/>
            <a:chExt cx="252000" cy="2825250"/>
          </a:xfrm>
        </p:grpSpPr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30DBB1BB-1A7C-AB3C-2CDE-F6B4F86F9BBA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FF603D21-E3B4-B71B-2338-C7E0C9F165D8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4DB025F2-2857-4332-B586-68B94E92150F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E9B0C1B5-A627-1B4F-619F-71B5B2BB7721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23A53851-80D5-F0CB-788B-FB0C105D3BD4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4946BFDD-3739-6D83-F16B-929110D79868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85EAED64-2FDF-7F80-84A0-67D4EA9DE20F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BC557CFE-67A6-3F34-8031-CAEE7B64A035}"/>
                </a:ext>
              </a:extLst>
            </p:cNvPr>
            <p:cNvCxnSpPr>
              <a:cxnSpLocks/>
              <a:stCxn id="101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C8B28834-F252-EE5E-90AC-DC02FDC8A869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B1A1F7E0-5E40-CB06-DB23-67F67D4479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6B4D1FD2-4005-7BAD-868C-B0B73AE28292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27580FD6-EF22-7636-B1C3-B56C3C97F881}"/>
              </a:ext>
            </a:extLst>
          </p:cNvPr>
          <p:cNvGrpSpPr/>
          <p:nvPr/>
        </p:nvGrpSpPr>
        <p:grpSpPr>
          <a:xfrm>
            <a:off x="7393532" y="2851650"/>
            <a:ext cx="252000" cy="2825250"/>
            <a:chOff x="2677470" y="2636328"/>
            <a:chExt cx="252000" cy="2825250"/>
          </a:xfrm>
        </p:grpSpPr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E7ED7FC6-DF87-56E9-F361-946D9156A4B1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C9C8082D-EA56-FF07-0E5C-A18F442665C9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BC74B06D-026D-B9BA-A6F7-11407ED20C87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0829E072-FF23-B32C-77DE-C3F7A45BD785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78452032-7A98-64DE-3FA1-9519B21471E9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65D3962A-878F-E1DF-D724-AC3AD9954D23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BD9C110F-339A-74FF-7F5C-68BC0E53900D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55601BE9-AAD3-8D33-A6F0-5458AF9105AA}"/>
                </a:ext>
              </a:extLst>
            </p:cNvPr>
            <p:cNvCxnSpPr>
              <a:cxnSpLocks/>
              <a:stCxn id="113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5D2E0420-DDB4-2959-4B12-F19A7A8A18C2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9CF9C0D4-EA3A-A607-6BC5-1A4E59BDE2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741BBE2A-318F-DB62-1A2E-027E73CB92A6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17041629-C3EC-81F2-4928-DA1EFFA9CB0F}"/>
              </a:ext>
            </a:extLst>
          </p:cNvPr>
          <p:cNvGrpSpPr/>
          <p:nvPr/>
        </p:nvGrpSpPr>
        <p:grpSpPr>
          <a:xfrm>
            <a:off x="9441803" y="2851650"/>
            <a:ext cx="252000" cy="2825250"/>
            <a:chOff x="2677470" y="2636328"/>
            <a:chExt cx="252000" cy="2825250"/>
          </a:xfrm>
        </p:grpSpPr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8E2B7860-3180-BB46-6DD5-FC95EEC7585A}"/>
                </a:ext>
              </a:extLst>
            </p:cNvPr>
            <p:cNvGrpSpPr/>
            <p:nvPr/>
          </p:nvGrpSpPr>
          <p:grpSpPr>
            <a:xfrm>
              <a:off x="2713470" y="4381578"/>
              <a:ext cx="180000" cy="1080000"/>
              <a:chOff x="1560945" y="2918691"/>
              <a:chExt cx="180000" cy="1080000"/>
            </a:xfrm>
          </p:grpSpPr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B4BAE6F9-309F-B1B1-E10B-F4CD434449D1}"/>
                  </a:ext>
                </a:extLst>
              </p:cNvPr>
              <p:cNvSpPr/>
              <p:nvPr/>
            </p:nvSpPr>
            <p:spPr>
              <a:xfrm>
                <a:off x="1560945" y="29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3CAC07BD-C01D-03E0-9015-B67C860C9607}"/>
                  </a:ext>
                </a:extLst>
              </p:cNvPr>
              <p:cNvSpPr/>
              <p:nvPr/>
            </p:nvSpPr>
            <p:spPr>
              <a:xfrm>
                <a:off x="1560945" y="309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8A36E1A5-5E76-5FD7-BC3E-4996BEB319E2}"/>
                  </a:ext>
                </a:extLst>
              </p:cNvPr>
              <p:cNvSpPr/>
              <p:nvPr/>
            </p:nvSpPr>
            <p:spPr>
              <a:xfrm>
                <a:off x="1560945" y="327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60D30305-C00E-0876-4AE9-E2CABADE5433}"/>
                  </a:ext>
                </a:extLst>
              </p:cNvPr>
              <p:cNvSpPr/>
              <p:nvPr/>
            </p:nvSpPr>
            <p:spPr>
              <a:xfrm>
                <a:off x="1560945" y="345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9" name="직사각형 128">
                <a:extLst>
                  <a:ext uri="{FF2B5EF4-FFF2-40B4-BE49-F238E27FC236}">
                    <a16:creationId xmlns:a16="http://schemas.microsoft.com/office/drawing/2014/main" id="{4EEFB5DA-939B-8FFF-B9AF-856D4667952C}"/>
                  </a:ext>
                </a:extLst>
              </p:cNvPr>
              <p:cNvSpPr/>
              <p:nvPr/>
            </p:nvSpPr>
            <p:spPr>
              <a:xfrm>
                <a:off x="1560945" y="363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9B73C69B-3D6C-873C-4791-0D867EEA6336}"/>
                  </a:ext>
                </a:extLst>
              </p:cNvPr>
              <p:cNvSpPr/>
              <p:nvPr/>
            </p:nvSpPr>
            <p:spPr>
              <a:xfrm>
                <a:off x="1560945" y="381869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21" name="직선 화살표 연결선 120">
              <a:extLst>
                <a:ext uri="{FF2B5EF4-FFF2-40B4-BE49-F238E27FC236}">
                  <a16:creationId xmlns:a16="http://schemas.microsoft.com/office/drawing/2014/main" id="{36523392-C92A-ED54-2EE3-AC0D4A6C6050}"/>
                </a:ext>
              </a:extLst>
            </p:cNvPr>
            <p:cNvCxnSpPr>
              <a:cxnSpLocks/>
              <a:stCxn id="125" idx="0"/>
            </p:cNvCxnSpPr>
            <p:nvPr/>
          </p:nvCxnSpPr>
          <p:spPr>
            <a:xfrm flipV="1">
              <a:off x="2803470" y="37909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04D58554-17D3-2693-0A41-40F279D928F3}"/>
                </a:ext>
              </a:extLst>
            </p:cNvPr>
            <p:cNvSpPr/>
            <p:nvPr/>
          </p:nvSpPr>
          <p:spPr>
            <a:xfrm>
              <a:off x="2677470" y="35136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3" name="직선 화살표 연결선 122">
              <a:extLst>
                <a:ext uri="{FF2B5EF4-FFF2-40B4-BE49-F238E27FC236}">
                  <a16:creationId xmlns:a16="http://schemas.microsoft.com/office/drawing/2014/main" id="{7EA0E3CB-71CC-BB68-DAF6-95C4A8581F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70" y="2913650"/>
              <a:ext cx="0" cy="59062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54D923EF-FCF2-4364-474A-063FF37E8E0A}"/>
                </a:ext>
              </a:extLst>
            </p:cNvPr>
            <p:cNvSpPr/>
            <p:nvPr/>
          </p:nvSpPr>
          <p:spPr>
            <a:xfrm>
              <a:off x="2677470" y="2636328"/>
              <a:ext cx="252000" cy="25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48FC37B1-28CC-6804-88CC-F0201D095EAD}"/>
              </a:ext>
            </a:extLst>
          </p:cNvPr>
          <p:cNvSpPr txBox="1"/>
          <p:nvPr/>
        </p:nvSpPr>
        <p:spPr>
          <a:xfrm>
            <a:off x="1353633" y="2654484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Output</a:t>
            </a:r>
          </a:p>
          <a:p>
            <a:r>
              <a:rPr lang="en-US" altLang="ko-KR" b="1" dirty="0"/>
              <a:t>Layer</a:t>
            </a:r>
            <a:endParaRPr lang="ko-KR" altLang="en-US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511A1A3-6272-3537-33F7-AD168FD7E63A}"/>
              </a:ext>
            </a:extLst>
          </p:cNvPr>
          <p:cNvSpPr txBox="1"/>
          <p:nvPr/>
        </p:nvSpPr>
        <p:spPr>
          <a:xfrm>
            <a:off x="1353633" y="3572885"/>
            <a:ext cx="958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Hidden</a:t>
            </a:r>
          </a:p>
          <a:p>
            <a:r>
              <a:rPr lang="en-US" altLang="ko-KR" b="1" dirty="0"/>
              <a:t>Layer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031A53B-74A0-F67F-1E00-E7B3FFEDAAF2}"/>
              </a:ext>
            </a:extLst>
          </p:cNvPr>
          <p:cNvSpPr txBox="1"/>
          <p:nvPr/>
        </p:nvSpPr>
        <p:spPr>
          <a:xfrm>
            <a:off x="1353633" y="4760569"/>
            <a:ext cx="787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Input</a:t>
            </a:r>
          </a:p>
          <a:p>
            <a:r>
              <a:rPr lang="en-US" altLang="ko-KR" b="1" dirty="0"/>
              <a:t>Layer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16D13CF-0700-78EA-8F71-BE2CB4B5E356}"/>
              </a:ext>
            </a:extLst>
          </p:cNvPr>
          <p:cNvSpPr txBox="1"/>
          <p:nvPr/>
        </p:nvSpPr>
        <p:spPr>
          <a:xfrm>
            <a:off x="2757460" y="602295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X1</a:t>
            </a:r>
            <a:endParaRPr lang="ko-KR" altLang="en-US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AE8CEAA-5A78-1380-3B6F-F00C631DE9F3}"/>
              </a:ext>
            </a:extLst>
          </p:cNvPr>
          <p:cNvSpPr txBox="1"/>
          <p:nvPr/>
        </p:nvSpPr>
        <p:spPr>
          <a:xfrm>
            <a:off x="4833015" y="6022953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X2</a:t>
            </a:r>
            <a:endParaRPr lang="ko-KR" altLang="en-US" b="1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4985C9D-6B3B-E710-6B6B-F0D1100319A2}"/>
              </a:ext>
            </a:extLst>
          </p:cNvPr>
          <p:cNvSpPr txBox="1"/>
          <p:nvPr/>
        </p:nvSpPr>
        <p:spPr>
          <a:xfrm>
            <a:off x="7269172" y="6022953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X3</a:t>
            </a:r>
            <a:endParaRPr lang="ko-KR" altLang="en-US" b="1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7F7BCC2-7BF5-00AC-AE62-E01DAA2AC13B}"/>
              </a:ext>
            </a:extLst>
          </p:cNvPr>
          <p:cNvSpPr txBox="1"/>
          <p:nvPr/>
        </p:nvSpPr>
        <p:spPr>
          <a:xfrm>
            <a:off x="9325589" y="6022953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X4</a:t>
            </a:r>
            <a:endParaRPr lang="ko-KR" altLang="en-US" b="1" dirty="0"/>
          </a:p>
        </p:txBody>
      </p: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A638F771-E3F1-F5EB-0683-FE4F3F9EB01F}"/>
              </a:ext>
            </a:extLst>
          </p:cNvPr>
          <p:cNvCxnSpPr>
            <a:stCxn id="36" idx="6"/>
            <a:endCxn id="98" idx="2"/>
          </p:cNvCxnSpPr>
          <p:nvPr/>
        </p:nvCxnSpPr>
        <p:spPr>
          <a:xfrm>
            <a:off x="3110445" y="3854950"/>
            <a:ext cx="1833975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48033EBA-03F6-BDC0-2288-A530929AA263}"/>
              </a:ext>
            </a:extLst>
          </p:cNvPr>
          <p:cNvCxnSpPr>
            <a:cxnSpLocks/>
            <a:endCxn id="110" idx="2"/>
          </p:cNvCxnSpPr>
          <p:nvPr/>
        </p:nvCxnSpPr>
        <p:spPr>
          <a:xfrm>
            <a:off x="5196420" y="3854950"/>
            <a:ext cx="2197112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B9E76C7B-080F-5FA3-CBB9-8CEB17D76364}"/>
              </a:ext>
            </a:extLst>
          </p:cNvPr>
          <p:cNvCxnSpPr>
            <a:cxnSpLocks/>
            <a:endCxn id="122" idx="2"/>
          </p:cNvCxnSpPr>
          <p:nvPr/>
        </p:nvCxnSpPr>
        <p:spPr>
          <a:xfrm>
            <a:off x="7645532" y="3854950"/>
            <a:ext cx="1796271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945312AA-70BF-8F5D-1998-686F00456FBC}"/>
              </a:ext>
            </a:extLst>
          </p:cNvPr>
          <p:cNvSpPr txBox="1"/>
          <p:nvPr/>
        </p:nvSpPr>
        <p:spPr>
          <a:xfrm>
            <a:off x="2768680" y="230929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Y1</a:t>
            </a:r>
            <a:endParaRPr lang="ko-KR" altLang="en-US" b="1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D4D0077-6C66-CCEA-3B5A-B5BE59C69AAD}"/>
              </a:ext>
            </a:extLst>
          </p:cNvPr>
          <p:cNvSpPr txBox="1"/>
          <p:nvPr/>
        </p:nvSpPr>
        <p:spPr>
          <a:xfrm>
            <a:off x="4849045" y="2272797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Y2</a:t>
            </a:r>
            <a:endParaRPr lang="ko-KR" altLang="en-US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2DC040A-4039-5060-8C8C-7D0C642F95BC}"/>
              </a:ext>
            </a:extLst>
          </p:cNvPr>
          <p:cNvSpPr txBox="1"/>
          <p:nvPr/>
        </p:nvSpPr>
        <p:spPr>
          <a:xfrm>
            <a:off x="7285202" y="2281724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Y3</a:t>
            </a:r>
            <a:endParaRPr lang="ko-KR" altLang="en-US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944671B-C667-C129-B033-F26881CDE690}"/>
              </a:ext>
            </a:extLst>
          </p:cNvPr>
          <p:cNvSpPr txBox="1"/>
          <p:nvPr/>
        </p:nvSpPr>
        <p:spPr>
          <a:xfrm>
            <a:off x="9342520" y="2269637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Y4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989292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A6C72-450D-92A9-987B-ACAC41E1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B81D39-E9D2-5A8A-76D2-D0F4A1146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인코더</a:t>
            </a:r>
            <a:r>
              <a:rPr lang="en-US" altLang="ko-KR" dirty="0"/>
              <a:t>-</a:t>
            </a:r>
            <a:r>
              <a:rPr lang="ko-KR" altLang="en-US" dirty="0" err="1"/>
              <a:t>디코더</a:t>
            </a:r>
            <a:r>
              <a:rPr lang="ko-KR" altLang="en-US" dirty="0"/>
              <a:t> 구조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052FBA-13B0-3175-21ED-44F8472B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716EC38-6017-F8FF-D6C2-558BA16EF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인코더가 입력을 요약하고</a:t>
            </a:r>
            <a:r>
              <a:rPr lang="en-US" altLang="ko-KR" dirty="0"/>
              <a:t>, </a:t>
            </a:r>
            <a:r>
              <a:rPr lang="ko-KR" altLang="en-US" dirty="0" err="1"/>
              <a:t>디코더가</a:t>
            </a:r>
            <a:r>
              <a:rPr lang="ko-KR" altLang="en-US" dirty="0"/>
              <a:t> 생성하는 구조임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FE4615-CE88-7351-DC2D-5BF20A57D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651" y="1785325"/>
            <a:ext cx="9478698" cy="439163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58DE72F-E72A-92F2-2ACE-08892592143C}"/>
              </a:ext>
            </a:extLst>
          </p:cNvPr>
          <p:cNvSpPr/>
          <p:nvPr/>
        </p:nvSpPr>
        <p:spPr>
          <a:xfrm>
            <a:off x="5924550" y="2981325"/>
            <a:ext cx="600075" cy="107632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97EF038-04AE-167D-F329-571ECAC081F0}"/>
              </a:ext>
            </a:extLst>
          </p:cNvPr>
          <p:cNvCxnSpPr/>
          <p:nvPr/>
        </p:nvCxnSpPr>
        <p:spPr>
          <a:xfrm>
            <a:off x="5248275" y="2781300"/>
            <a:ext cx="676275" cy="57626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79A52C1-095A-6D0C-AD3F-D380DDD4A2CD}"/>
              </a:ext>
            </a:extLst>
          </p:cNvPr>
          <p:cNvSpPr txBox="1"/>
          <p:nvPr/>
        </p:nvSpPr>
        <p:spPr>
          <a:xfrm>
            <a:off x="2905125" y="2596634"/>
            <a:ext cx="2430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rgbClr val="FEAE51"/>
                </a:solidFill>
              </a:rPr>
              <a:t>입력값을</a:t>
            </a:r>
            <a:r>
              <a:rPr lang="ko-KR" altLang="en-US" b="1" dirty="0">
                <a:solidFill>
                  <a:srgbClr val="FEAE51"/>
                </a:solidFill>
              </a:rPr>
              <a:t> 요약한 벡터</a:t>
            </a:r>
          </a:p>
        </p:txBody>
      </p:sp>
    </p:spTree>
    <p:extLst>
      <p:ext uri="{BB962C8B-B14F-4D97-AF65-F5344CB8AC3E}">
        <p14:creationId xmlns:p14="http://schemas.microsoft.com/office/powerpoint/2010/main" val="2469794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1A20D-AD48-E63E-633D-B88991524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BD196-61A2-84C4-6A4E-BAAF8B72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인코더</a:t>
            </a:r>
            <a:r>
              <a:rPr lang="en-US" altLang="ko-KR" dirty="0"/>
              <a:t>-</a:t>
            </a:r>
            <a:r>
              <a:rPr lang="ko-KR" altLang="en-US" dirty="0" err="1"/>
              <a:t>디코더</a:t>
            </a:r>
            <a:r>
              <a:rPr lang="ko-KR" altLang="en-US" dirty="0"/>
              <a:t> 구조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8AAD91-0AA3-A4BB-B9D8-1F1B4CC602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0692251-0811-197E-583C-9179F440D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인코더가 입력을 요약하고</a:t>
            </a:r>
            <a:r>
              <a:rPr lang="en-US" altLang="ko-KR" dirty="0"/>
              <a:t>, </a:t>
            </a:r>
            <a:r>
              <a:rPr lang="ko-KR" altLang="en-US" dirty="0" err="1"/>
              <a:t>디코더가</a:t>
            </a:r>
            <a:r>
              <a:rPr lang="ko-KR" altLang="en-US" dirty="0"/>
              <a:t> 생성하는 구조임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0A1130-F0FF-5335-30C5-F3E81CD20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651" y="1785325"/>
            <a:ext cx="9478698" cy="439163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A88C1E6-88F6-E75C-2B07-4037A0843418}"/>
              </a:ext>
            </a:extLst>
          </p:cNvPr>
          <p:cNvSpPr/>
          <p:nvPr/>
        </p:nvSpPr>
        <p:spPr>
          <a:xfrm>
            <a:off x="5924550" y="2981325"/>
            <a:ext cx="600075" cy="107632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30DD230-E6AA-2E2F-35EF-12671C535946}"/>
              </a:ext>
            </a:extLst>
          </p:cNvPr>
          <p:cNvCxnSpPr/>
          <p:nvPr/>
        </p:nvCxnSpPr>
        <p:spPr>
          <a:xfrm>
            <a:off x="5248275" y="2781300"/>
            <a:ext cx="676275" cy="57626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8036664-025F-DC26-FCEE-E4D3A26B1A80}"/>
              </a:ext>
            </a:extLst>
          </p:cNvPr>
          <p:cNvSpPr txBox="1"/>
          <p:nvPr/>
        </p:nvSpPr>
        <p:spPr>
          <a:xfrm>
            <a:off x="2190753" y="2139751"/>
            <a:ext cx="32271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rgbClr val="FEAE51"/>
                </a:solidFill>
              </a:rPr>
              <a:t>입력값을</a:t>
            </a:r>
            <a:r>
              <a:rPr lang="ko-KR" altLang="en-US" b="1" dirty="0">
                <a:solidFill>
                  <a:srgbClr val="FEAE51"/>
                </a:solidFill>
              </a:rPr>
              <a:t> 요약한 벡터</a:t>
            </a:r>
            <a:endParaRPr lang="en-US" altLang="ko-KR" b="1" dirty="0">
              <a:solidFill>
                <a:srgbClr val="FEAE51"/>
              </a:solidFill>
            </a:endParaRPr>
          </a:p>
          <a:p>
            <a:r>
              <a:rPr lang="ko-KR" altLang="en-US" dirty="0">
                <a:solidFill>
                  <a:srgbClr val="FEAE51"/>
                </a:solidFill>
              </a:rPr>
              <a:t>이 하나의 벡터가 이전 문장의 </a:t>
            </a:r>
            <a:endParaRPr lang="en-US" altLang="ko-KR" dirty="0">
              <a:solidFill>
                <a:srgbClr val="FEAE51"/>
              </a:solidFill>
            </a:endParaRPr>
          </a:p>
          <a:p>
            <a:r>
              <a:rPr lang="ko-KR" altLang="en-US" dirty="0">
                <a:solidFill>
                  <a:srgbClr val="FEAE51"/>
                </a:solidFill>
              </a:rPr>
              <a:t>모든 정보를 요약해야 함</a:t>
            </a:r>
            <a:r>
              <a:rPr lang="en-US" altLang="ko-KR" dirty="0">
                <a:solidFill>
                  <a:srgbClr val="FEAE51"/>
                </a:solidFill>
              </a:rPr>
              <a:t>.</a:t>
            </a:r>
            <a:endParaRPr lang="ko-KR" altLang="en-US" dirty="0">
              <a:solidFill>
                <a:srgbClr val="FEAE5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B31011-3401-6BA0-900D-94FC210A198D}"/>
              </a:ext>
            </a:extLst>
          </p:cNvPr>
          <p:cNvSpPr txBox="1"/>
          <p:nvPr/>
        </p:nvSpPr>
        <p:spPr>
          <a:xfrm>
            <a:off x="5417918" y="5734050"/>
            <a:ext cx="1859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+RNN</a:t>
            </a:r>
            <a:r>
              <a:rPr lang="ko-KR" altLang="en-US" b="1" dirty="0">
                <a:solidFill>
                  <a:srgbClr val="C00000"/>
                </a:solidFill>
              </a:rPr>
              <a:t>의 단점</a:t>
            </a:r>
            <a:r>
              <a:rPr lang="en-US" altLang="ko-KR" b="1" dirty="0">
                <a:solidFill>
                  <a:srgbClr val="C00000"/>
                </a:solidFill>
              </a:rPr>
              <a:t>:</a:t>
            </a:r>
          </a:p>
          <a:p>
            <a:r>
              <a:rPr lang="ko-KR" altLang="en-US" b="1" dirty="0">
                <a:solidFill>
                  <a:srgbClr val="C00000"/>
                </a:solidFill>
              </a:rPr>
              <a:t>장기기억의 부재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095F36-0E2D-B257-F9F4-860AD1670BDC}"/>
              </a:ext>
            </a:extLst>
          </p:cNvPr>
          <p:cNvSpPr txBox="1"/>
          <p:nvPr/>
        </p:nvSpPr>
        <p:spPr>
          <a:xfrm>
            <a:off x="8486775" y="5124450"/>
            <a:ext cx="2044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accent6">
                    <a:lumMod val="50000"/>
                  </a:schemeClr>
                </a:solidFill>
              </a:rPr>
              <a:t>Attention!</a:t>
            </a:r>
            <a:endParaRPr lang="ko-KR" altLang="en-US" sz="32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701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7F46C-8A4B-8092-3F3B-2A191D05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6DFB9C-9CBB-A5E7-548B-899091E76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Attention with RNN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7500C7-8204-D063-7596-D70EF12450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7BA6226-CE0E-FF0E-96E4-AB4E02CDC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매 생성마다 </a:t>
            </a:r>
            <a:r>
              <a:rPr lang="en-US" altLang="ko-KR" dirty="0"/>
              <a:t>input</a:t>
            </a:r>
            <a:r>
              <a:rPr lang="ko-KR" altLang="en-US" dirty="0"/>
              <a:t>의 모든 값과 비교해서 중요한 부분을 얻어냄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D004D1-316E-FBCE-EB73-A63CB3A14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756" y="1961864"/>
            <a:ext cx="9402487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01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1BC3A-AEDF-6281-B23C-13F9D3764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D9BEF-2EEF-DF84-B762-EC09596F0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Attention with RNN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59C64F-343F-018C-1F71-EFB4F5DA74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ED47304-E8F4-F280-7A1E-58DB7AB40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매 생성마다 </a:t>
            </a:r>
            <a:r>
              <a:rPr lang="en-US" altLang="ko-KR" dirty="0"/>
              <a:t>input</a:t>
            </a:r>
            <a:r>
              <a:rPr lang="ko-KR" altLang="en-US" dirty="0"/>
              <a:t>의 모든 값과 비교해서 중요한 부분을 얻어냄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313FD3-03F1-D4C8-8539-616E33032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704" y="1594799"/>
            <a:ext cx="9440592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5231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674C-4A6D-1044-7725-FF4065BA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AC6095-9F13-B339-E834-AF6979D74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Attention with RNN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71A394-6E83-B2E8-3AD8-EEDF1E918A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컴퓨터가 자연어를 이해하는 방법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07829D-A8E2-9EE7-5B00-DF8FD64C4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Attention</a:t>
            </a:r>
            <a:r>
              <a:rPr lang="ko-KR" altLang="en-US" dirty="0"/>
              <a:t>을 통해 모든 </a:t>
            </a:r>
            <a:r>
              <a:rPr lang="en-US" altLang="ko-KR" dirty="0"/>
              <a:t>state (</a:t>
            </a:r>
            <a:r>
              <a:rPr lang="ko-KR" altLang="en-US" dirty="0"/>
              <a:t>입력</a:t>
            </a:r>
            <a:r>
              <a:rPr lang="en-US" altLang="ko-KR" dirty="0"/>
              <a:t>)</a:t>
            </a:r>
            <a:r>
              <a:rPr lang="ko-KR" altLang="en-US" dirty="0"/>
              <a:t>에 대한 접근이 가능한데 </a:t>
            </a:r>
            <a:r>
              <a:rPr lang="en-US" altLang="ko-KR" dirty="0"/>
              <a:t>RNN </a:t>
            </a:r>
            <a:r>
              <a:rPr lang="ko-KR" altLang="en-US" dirty="0"/>
              <a:t>구조가 필요한가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recurrent model </a:t>
            </a:r>
            <a:r>
              <a:rPr lang="ko-KR" altLang="en-US" dirty="0"/>
              <a:t>자체가 필요한 것인가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C43F2B-2C75-F7A0-7E3C-2E9C7FF4F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377" y="2491925"/>
            <a:ext cx="7749246" cy="376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2533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7CE13-9536-4911-9520-BE4409952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9DF7C-44F5-235E-C8E1-833F0DAA6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Transformer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2DA87-7E8C-1098-0489-ECF332928F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3. GPT</a:t>
            </a:r>
            <a:r>
              <a:rPr lang="ko-KR" altLang="en-US" dirty="0"/>
              <a:t>와 </a:t>
            </a:r>
            <a:r>
              <a:rPr lang="en-US" altLang="ko-KR" dirty="0"/>
              <a:t>Attention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DCA5671-24F4-4AA7-0E11-C13BC9086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Attention </a:t>
            </a:r>
            <a:r>
              <a:rPr lang="ko-KR" altLang="en-US" dirty="0"/>
              <a:t>구조만 가진 </a:t>
            </a:r>
            <a:r>
              <a:rPr lang="en-US" altLang="ko-KR" dirty="0"/>
              <a:t>Encoder-Decoder </a:t>
            </a:r>
            <a:r>
              <a:rPr lang="ko-KR" altLang="en-US" dirty="0"/>
              <a:t>모델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4A5FB9-F414-BFFE-39D5-D1B065AD1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367" y="1476375"/>
            <a:ext cx="4277007" cy="409543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CD00B60-83B8-79AC-AE5C-E464F09DE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138" y="1476375"/>
            <a:ext cx="3231839" cy="506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3874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A83BA-9C99-F369-FC3E-F95AAF7B7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4CC6A3-B0F1-437B-0546-4683962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ChatGPT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F36C00-96F2-5446-6F51-773CBAAAAB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3. GPT</a:t>
            </a:r>
            <a:r>
              <a:rPr lang="ko-KR" altLang="en-US" dirty="0"/>
              <a:t>와 </a:t>
            </a:r>
            <a:r>
              <a:rPr lang="en-US" altLang="ko-KR" dirty="0"/>
              <a:t>Attention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29C24B1-4FB9-7208-A106-056FC26BF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ChatGPT</a:t>
            </a:r>
            <a:r>
              <a:rPr lang="ko-KR" altLang="en-US" dirty="0"/>
              <a:t>는 </a:t>
            </a:r>
            <a:r>
              <a:rPr lang="en-US" altLang="ko-KR" dirty="0"/>
              <a:t>transformer</a:t>
            </a:r>
            <a:r>
              <a:rPr lang="ko-KR" altLang="en-US" dirty="0"/>
              <a:t>를 핵심구조로 </a:t>
            </a:r>
            <a:r>
              <a:rPr lang="ko-KR" altLang="en-US" dirty="0" err="1"/>
              <a:t>만들어져있음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GPT</a:t>
            </a:r>
            <a:r>
              <a:rPr lang="ko-KR" altLang="en-US" dirty="0"/>
              <a:t>는 이전 </a:t>
            </a:r>
            <a:r>
              <a:rPr lang="ko-KR" altLang="en-US" dirty="0" err="1"/>
              <a:t>입력값을</a:t>
            </a:r>
            <a:r>
              <a:rPr lang="ko-KR" altLang="en-US" dirty="0"/>
              <a:t> 보고 가장 확률이 높은 다음 단어를 뱉도록 학습됨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2509D8E-844F-6FC9-7785-616AC9F02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1771" y="2341265"/>
            <a:ext cx="2615367" cy="409557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0E2B7EC-BFB0-F648-86DA-32A5A4749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624" y="1933226"/>
            <a:ext cx="4796529" cy="442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387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9EDA-069F-F5E6-D953-537BEDA48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C9BE3-6824-9990-EC4A-E0A62BD8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ChatGPT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8F3B30-71B5-0043-0B93-FE39845E2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3. GPT</a:t>
            </a:r>
            <a:r>
              <a:rPr lang="ko-KR" altLang="en-US" dirty="0"/>
              <a:t>와 </a:t>
            </a:r>
            <a:r>
              <a:rPr lang="en-US" altLang="ko-KR" dirty="0"/>
              <a:t>Attention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820AFD2-B644-82E6-E3BC-30054A9BE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GPT</a:t>
            </a:r>
            <a:r>
              <a:rPr lang="ko-KR" altLang="en-US" dirty="0"/>
              <a:t>가 사람과 유사하게 답을 뱉는 방법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A7252B5-CA21-ED29-6173-F972EA9A1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599" y="1892126"/>
            <a:ext cx="8202802" cy="461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739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D25D2-3A21-D992-5B5A-E44EECB0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C277-CCAC-01E2-67E0-9279E024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Multimodal LLM (MLLM)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725AF9-D3BE-85C3-36BF-0343304C75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3. GPT</a:t>
            </a:r>
            <a:r>
              <a:rPr lang="ko-KR" altLang="en-US" dirty="0"/>
              <a:t>와 </a:t>
            </a:r>
            <a:r>
              <a:rPr lang="en-US" altLang="ko-KR" dirty="0"/>
              <a:t>Attention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5B66479-095A-7636-0813-B1A5D493A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ChatGPT</a:t>
            </a:r>
            <a:r>
              <a:rPr lang="ko-KR" altLang="en-US" dirty="0"/>
              <a:t>는 이미지도 받고</a:t>
            </a:r>
            <a:r>
              <a:rPr lang="en-US" altLang="ko-KR" dirty="0"/>
              <a:t>, </a:t>
            </a:r>
            <a:r>
              <a:rPr lang="ko-KR" altLang="en-US" dirty="0"/>
              <a:t>음성도 </a:t>
            </a:r>
            <a:r>
              <a:rPr lang="ko-KR" altLang="en-US" dirty="0" err="1"/>
              <a:t>받지않나요</a:t>
            </a:r>
            <a:r>
              <a:rPr lang="en-US" altLang="ko-KR" dirty="0"/>
              <a:t>?</a:t>
            </a:r>
          </a:p>
          <a:p>
            <a:r>
              <a:rPr lang="en-US" altLang="ko-KR" dirty="0" err="1"/>
              <a:t>Multimodalily</a:t>
            </a:r>
            <a:endParaRPr lang="en-US" altLang="ko-KR" dirty="0"/>
          </a:p>
          <a:p>
            <a:pPr lvl="1"/>
            <a:r>
              <a:rPr lang="ko-KR" altLang="en-US" dirty="0"/>
              <a:t>텍스트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음성</a:t>
            </a:r>
            <a:r>
              <a:rPr lang="en-US" altLang="ko-KR" dirty="0"/>
              <a:t>, </a:t>
            </a:r>
            <a:r>
              <a:rPr lang="ko-KR" altLang="en-US" dirty="0"/>
              <a:t>비디오와 같은 다양한 </a:t>
            </a:r>
            <a:r>
              <a:rPr lang="en-US" altLang="ko-KR" dirty="0"/>
              <a:t>modality</a:t>
            </a:r>
            <a:r>
              <a:rPr lang="ko-KR" altLang="en-US" dirty="0"/>
              <a:t>의 정보를 처리하고</a:t>
            </a:r>
            <a:r>
              <a:rPr lang="en-US" altLang="ko-KR" dirty="0"/>
              <a:t>, </a:t>
            </a:r>
            <a:r>
              <a:rPr lang="ko-KR" altLang="en-US" dirty="0"/>
              <a:t>이해하고</a:t>
            </a:r>
            <a:r>
              <a:rPr lang="en-US" altLang="ko-KR" dirty="0"/>
              <a:t>, </a:t>
            </a:r>
            <a:r>
              <a:rPr lang="ko-KR" altLang="en-US" dirty="0"/>
              <a:t>생성할 수 있는 능력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C45BF0-73C2-FF78-B095-462FF404D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51" y="2783991"/>
            <a:ext cx="5002414" cy="264466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748231C-3714-F0D8-E609-52977CC845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07"/>
          <a:stretch>
            <a:fillRect/>
          </a:stretch>
        </p:blipFill>
        <p:spPr>
          <a:xfrm>
            <a:off x="6422655" y="2535751"/>
            <a:ext cx="5426445" cy="31411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17699D-77DE-F715-FEF1-597C51A4EF98}"/>
              </a:ext>
            </a:extLst>
          </p:cNvPr>
          <p:cNvSpPr txBox="1"/>
          <p:nvPr/>
        </p:nvSpPr>
        <p:spPr>
          <a:xfrm>
            <a:off x="592851" y="2535751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ChatGPT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708871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18EF6-BE98-98C8-C151-BFBBD7C6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2A67C-484D-41DA-83C6-C801C0892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의 편향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0E31FB-0669-0949-5BE3-7BD44FD1EB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3. AI</a:t>
            </a:r>
            <a:r>
              <a:rPr lang="ko-KR" altLang="en-US" dirty="0"/>
              <a:t> 윤리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D8BFFBB-878A-EE7C-8F55-17D1B6BE72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6313" y="2216214"/>
            <a:ext cx="4827728" cy="3620796"/>
          </a:xfrm>
          <a:prstGeom prst="rect">
            <a:avLst/>
          </a:prstGeom>
        </p:spPr>
      </p:pic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BA80F9C0-9607-791B-AD62-A18F5D303D3F}"/>
              </a:ext>
            </a:extLst>
          </p:cNvPr>
          <p:cNvSpPr txBox="1">
            <a:spLocks/>
          </p:cNvSpPr>
          <p:nvPr/>
        </p:nvSpPr>
        <p:spPr>
          <a:xfrm>
            <a:off x="428625" y="1181100"/>
            <a:ext cx="11420475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공원에서 피크닉을 즐기는 사람들의 모습을 만들어줘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생성 결과가 서양</a:t>
            </a:r>
            <a:r>
              <a:rPr lang="en-US" altLang="ko-KR" dirty="0"/>
              <a:t>, </a:t>
            </a:r>
            <a:r>
              <a:rPr lang="ko-KR" altLang="en-US" dirty="0"/>
              <a:t>라틴계에 </a:t>
            </a:r>
            <a:r>
              <a:rPr lang="ko-KR" altLang="en-US" dirty="0" err="1"/>
              <a:t>치중되어있음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02022A1-F1A6-3BC3-5352-3D230EAC6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728" y="2216214"/>
            <a:ext cx="5121310" cy="384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6231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AE134-92AB-8C9D-5E47-9D1604590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54945-71B7-ACE3-F621-AEDCAB64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의 편향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9BD429-DA99-7E4E-5392-3E5E4E0A41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altLang="ko-KR" dirty="0"/>
              <a:t>NLP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D351002B-3648-9689-9002-FEBAFA169414}"/>
              </a:ext>
            </a:extLst>
          </p:cNvPr>
          <p:cNvSpPr txBox="1">
            <a:spLocks/>
          </p:cNvSpPr>
          <p:nvPr/>
        </p:nvSpPr>
        <p:spPr>
          <a:xfrm>
            <a:off x="428625" y="1181100"/>
            <a:ext cx="11420475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White</a:t>
            </a:r>
            <a:r>
              <a:rPr lang="ko-KR" altLang="en-US" dirty="0"/>
              <a:t> </a:t>
            </a:r>
            <a:r>
              <a:rPr lang="en-US" altLang="ko-KR" dirty="0"/>
              <a:t>washing</a:t>
            </a:r>
          </a:p>
          <a:p>
            <a:r>
              <a:rPr lang="ko-KR" altLang="en-US" dirty="0"/>
              <a:t>훈련데이터의 인종 불균형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5000CF-79D4-0826-217F-1F2EA0B3F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18" y="2159502"/>
            <a:ext cx="6747164" cy="449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77387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사용자 지정 6">
      <a:dk1>
        <a:srgbClr val="002233"/>
      </a:dk1>
      <a:lt1>
        <a:sysClr val="window" lastClr="FFFFFF"/>
      </a:lt1>
      <a:dk2>
        <a:srgbClr val="002233"/>
      </a:dk2>
      <a:lt2>
        <a:srgbClr val="E7E6E6"/>
      </a:lt2>
      <a:accent1>
        <a:srgbClr val="EC8B83"/>
      </a:accent1>
      <a:accent2>
        <a:srgbClr val="98B2D1"/>
      </a:accent2>
      <a:accent3>
        <a:srgbClr val="FEAE51"/>
      </a:accent3>
      <a:accent4>
        <a:srgbClr val="B35F44"/>
      </a:accent4>
      <a:accent5>
        <a:srgbClr val="3078B4"/>
      </a:accent5>
      <a:accent6>
        <a:srgbClr val="9FDBAD"/>
      </a:accent6>
      <a:hlink>
        <a:srgbClr val="0563C1"/>
      </a:hlink>
      <a:folHlink>
        <a:srgbClr val="954F72"/>
      </a:folHlink>
    </a:clrScheme>
    <a:fontScheme name="사용자 지정 3">
      <a:majorFont>
        <a:latin typeface="Aleo"/>
        <a:ea typeface="나눔바른고딕"/>
        <a:cs typeface=""/>
      </a:majorFont>
      <a:minorFont>
        <a:latin typeface="Aleo Light"/>
        <a:ea typeface="나눔바른고딕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762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1756</Words>
  <Application>Microsoft Office PowerPoint</Application>
  <PresentationFormat>와이드스크린</PresentationFormat>
  <Paragraphs>634</Paragraphs>
  <Slides>43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8" baseType="lpstr">
      <vt:lpstr>맑은 고딕</vt:lpstr>
      <vt:lpstr>Aleo</vt:lpstr>
      <vt:lpstr>Aleo Light</vt:lpstr>
      <vt:lpstr>Arial</vt:lpstr>
      <vt:lpstr>1_Office 테마</vt:lpstr>
      <vt:lpstr>Introduction to Natural Language Processing</vt:lpstr>
      <vt:lpstr>목차</vt:lpstr>
      <vt:lpstr>NLP란?</vt:lpstr>
      <vt:lpstr>자연어 처리의 예시</vt:lpstr>
      <vt:lpstr>자연어 처리의 과정</vt:lpstr>
      <vt:lpstr>자연어를 숫자로 (Word Representation)</vt:lpstr>
      <vt:lpstr>One-Hot Encoding</vt:lpstr>
      <vt:lpstr>One-Hot Encoding의 문제점?</vt:lpstr>
      <vt:lpstr>Bag of Words</vt:lpstr>
      <vt:lpstr>Bag of Words</vt:lpstr>
      <vt:lpstr>Bag of Words</vt:lpstr>
      <vt:lpstr>How to Represent the Word Similarity</vt:lpstr>
      <vt:lpstr>How to Represent the Word Similarity</vt:lpstr>
      <vt:lpstr>Using Vectors to represent things</vt:lpstr>
      <vt:lpstr>Using Vectors to represent things</vt:lpstr>
      <vt:lpstr>Using Vectors to represent things</vt:lpstr>
      <vt:lpstr>Using Vectors to represent things</vt:lpstr>
      <vt:lpstr>Using Vectors to represent things</vt:lpstr>
      <vt:lpstr>Sequence Learning</vt:lpstr>
      <vt:lpstr>Sequence Learning</vt:lpstr>
      <vt:lpstr>Sequence Learning</vt:lpstr>
      <vt:lpstr>Sequence Learning</vt:lpstr>
      <vt:lpstr>Sequence Learning</vt:lpstr>
      <vt:lpstr>Sequence Learning</vt:lpstr>
      <vt:lpstr>Sequence Learning</vt:lpstr>
      <vt:lpstr>Seq2Seq Deep Learning</vt:lpstr>
      <vt:lpstr>Seq2Seq Deep Learning</vt:lpstr>
      <vt:lpstr>Seq2Seq Deep Learning</vt:lpstr>
      <vt:lpstr>Seq2Seq Deep Learning</vt:lpstr>
      <vt:lpstr>Seq2Seq Deep Learning</vt:lpstr>
      <vt:lpstr>Seq2Seq Deep Learning</vt:lpstr>
      <vt:lpstr>RNN</vt:lpstr>
      <vt:lpstr>인코더-디코더 구조</vt:lpstr>
      <vt:lpstr>인코더-디코더 구조</vt:lpstr>
      <vt:lpstr>Attention with RNN</vt:lpstr>
      <vt:lpstr>Attention with RNN</vt:lpstr>
      <vt:lpstr>Attention with RNN</vt:lpstr>
      <vt:lpstr>Transformer</vt:lpstr>
      <vt:lpstr>ChatGPT</vt:lpstr>
      <vt:lpstr>ChatGPT</vt:lpstr>
      <vt:lpstr>Multimodal LLM (MLLM)</vt:lpstr>
      <vt:lpstr>AI의 편향</vt:lpstr>
      <vt:lpstr>AI의 편향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Shreve Ch3</dc:title>
  <dc:creator>최 지훈</dc:creator>
  <cp:lastModifiedBy>최지훈(산업경영공학과)</cp:lastModifiedBy>
  <cp:revision>5</cp:revision>
  <dcterms:created xsi:type="dcterms:W3CDTF">2025-03-04T11:09:15Z</dcterms:created>
  <dcterms:modified xsi:type="dcterms:W3CDTF">2026-05-29T10:54:03Z</dcterms:modified>
</cp:coreProperties>
</file>