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284" r:id="rId2"/>
    <p:sldId id="506" r:id="rId3"/>
    <p:sldId id="610" r:id="rId4"/>
    <p:sldId id="611" r:id="rId5"/>
    <p:sldId id="612" r:id="rId6"/>
    <p:sldId id="651" r:id="rId7"/>
    <p:sldId id="653" r:id="rId8"/>
    <p:sldId id="654" r:id="rId9"/>
    <p:sldId id="614" r:id="rId10"/>
    <p:sldId id="615" r:id="rId11"/>
    <p:sldId id="620" r:id="rId12"/>
    <p:sldId id="621" r:id="rId13"/>
    <p:sldId id="619" r:id="rId14"/>
    <p:sldId id="624" r:id="rId15"/>
    <p:sldId id="626" r:id="rId16"/>
    <p:sldId id="625" r:id="rId17"/>
    <p:sldId id="630" r:id="rId18"/>
    <p:sldId id="631" r:id="rId19"/>
    <p:sldId id="632" r:id="rId20"/>
    <p:sldId id="633" r:id="rId21"/>
    <p:sldId id="634" r:id="rId22"/>
    <p:sldId id="629" r:id="rId23"/>
    <p:sldId id="636" r:id="rId24"/>
    <p:sldId id="637" r:id="rId25"/>
    <p:sldId id="638" r:id="rId26"/>
    <p:sldId id="639" r:id="rId27"/>
    <p:sldId id="641" r:id="rId28"/>
    <p:sldId id="644" r:id="rId29"/>
    <p:sldId id="643" r:id="rId30"/>
    <p:sldId id="646" r:id="rId31"/>
    <p:sldId id="647" r:id="rId32"/>
    <p:sldId id="642" r:id="rId33"/>
    <p:sldId id="648" r:id="rId34"/>
    <p:sldId id="649" r:id="rId35"/>
    <p:sldId id="650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4F313-27DC-4DAB-AF50-8A75E9CC17C1}" v="2" dt="2026-05-15T13:53:11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/>
    <p:restoredTop sz="94668"/>
  </p:normalViewPr>
  <p:slideViewPr>
    <p:cSldViewPr snapToGrid="0" showGuides="1">
      <p:cViewPr>
        <p:scale>
          <a:sx n="150" d="100"/>
          <a:sy n="150" d="100"/>
        </p:scale>
        <p:origin x="642" y="12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지훈(산업경영공학과)" userId="f10e4a28-cc96-4aa6-a477-606261d4ea34" providerId="ADAL" clId="{E1BDFF36-D31A-4435-9114-39F6A8210863}"/>
    <pc:docChg chg="undo custSel addSld delSld modSld sldOrd">
      <pc:chgData name="최지훈(산업경영공학과)" userId="f10e4a28-cc96-4aa6-a477-606261d4ea34" providerId="ADAL" clId="{E1BDFF36-D31A-4435-9114-39F6A8210863}" dt="2026-05-15T13:53:16.748" v="158" actId="1076"/>
      <pc:docMkLst>
        <pc:docMk/>
      </pc:docMkLst>
      <pc:sldChg chg="modSp mod">
        <pc:chgData name="최지훈(산업경영공학과)" userId="f10e4a28-cc96-4aa6-a477-606261d4ea34" providerId="ADAL" clId="{E1BDFF36-D31A-4435-9114-39F6A8210863}" dt="2026-05-15T12:12:34.851" v="7" actId="20577"/>
        <pc:sldMkLst>
          <pc:docMk/>
          <pc:sldMk cId="670804839" sldId="284"/>
        </pc:sldMkLst>
        <pc:spChg chg="mod">
          <ac:chgData name="최지훈(산업경영공학과)" userId="f10e4a28-cc96-4aa6-a477-606261d4ea34" providerId="ADAL" clId="{E1BDFF36-D31A-4435-9114-39F6A8210863}" dt="2026-05-15T12:12:34.851" v="7" actId="20577"/>
          <ac:spMkLst>
            <pc:docMk/>
            <pc:sldMk cId="670804839" sldId="284"/>
            <ac:spMk id="3" creationId="{9CB860F2-EFA1-4A59-A136-7D1F4B287723}"/>
          </ac:spMkLst>
        </pc:spChg>
      </pc:sldChg>
      <pc:sldChg chg="modSp mod">
        <pc:chgData name="최지훈(산업경영공학과)" userId="f10e4a28-cc96-4aa6-a477-606261d4ea34" providerId="ADAL" clId="{E1BDFF36-D31A-4435-9114-39F6A8210863}" dt="2026-05-15T13:49:59.738" v="134" actId="20577"/>
        <pc:sldMkLst>
          <pc:docMk/>
          <pc:sldMk cId="2041512253" sldId="601"/>
        </pc:sldMkLst>
        <pc:spChg chg="mod">
          <ac:chgData name="최지훈(산업경영공학과)" userId="f10e4a28-cc96-4aa6-a477-606261d4ea34" providerId="ADAL" clId="{E1BDFF36-D31A-4435-9114-39F6A8210863}" dt="2026-05-15T13:49:59.738" v="134" actId="20577"/>
          <ac:spMkLst>
            <pc:docMk/>
            <pc:sldMk cId="2041512253" sldId="601"/>
            <ac:spMk id="2" creationId="{70AA1C61-6665-F2D8-5489-7F3F47A7F7F8}"/>
          </ac:spMkLst>
        </pc:spChg>
      </pc:sldChg>
      <pc:sldChg chg="modSp del mod">
        <pc:chgData name="최지훈(산업경영공학과)" userId="f10e4a28-cc96-4aa6-a477-606261d4ea34" providerId="ADAL" clId="{E1BDFF36-D31A-4435-9114-39F6A8210863}" dt="2026-05-15T13:52:01.700" v="151" actId="47"/>
        <pc:sldMkLst>
          <pc:docMk/>
          <pc:sldMk cId="824809624" sldId="605"/>
        </pc:sldMkLst>
        <pc:spChg chg="mod">
          <ac:chgData name="최지훈(산업경영공학과)" userId="f10e4a28-cc96-4aa6-a477-606261d4ea34" providerId="ADAL" clId="{E1BDFF36-D31A-4435-9114-39F6A8210863}" dt="2026-05-15T13:50:05.482" v="150" actId="20577"/>
          <ac:spMkLst>
            <pc:docMk/>
            <pc:sldMk cId="824809624" sldId="605"/>
            <ac:spMk id="2" creationId="{1B1E9F44-3A1F-4DA6-E11B-150C1B84F72C}"/>
          </ac:spMkLst>
        </pc:spChg>
      </pc:sldChg>
      <pc:sldChg chg="add del">
        <pc:chgData name="최지훈(산업경영공학과)" userId="f10e4a28-cc96-4aa6-a477-606261d4ea34" providerId="ADAL" clId="{E1BDFF36-D31A-4435-9114-39F6A8210863}" dt="2026-05-15T13:31:58.292" v="9" actId="2890"/>
        <pc:sldMkLst>
          <pc:docMk/>
          <pc:sldMk cId="2300800310" sldId="608"/>
        </pc:sldMkLst>
      </pc:sldChg>
      <pc:sldChg chg="addSp delSp modSp add mod ord">
        <pc:chgData name="최지훈(산업경영공학과)" userId="f10e4a28-cc96-4aa6-a477-606261d4ea34" providerId="ADAL" clId="{E1BDFF36-D31A-4435-9114-39F6A8210863}" dt="2026-05-15T13:45:09.708" v="116"/>
        <pc:sldMkLst>
          <pc:docMk/>
          <pc:sldMk cId="3469251027" sldId="608"/>
        </pc:sldMkLst>
        <pc:spChg chg="mod">
          <ac:chgData name="최지훈(산업경영공학과)" userId="f10e4a28-cc96-4aa6-a477-606261d4ea34" providerId="ADAL" clId="{E1BDFF36-D31A-4435-9114-39F6A8210863}" dt="2026-05-15T13:36:22.147" v="66" actId="5793"/>
          <ac:spMkLst>
            <pc:docMk/>
            <pc:sldMk cId="3469251027" sldId="608"/>
            <ac:spMk id="3" creationId="{43AA3F5D-A0AA-0C3F-FC51-019A89E6386D}"/>
          </ac:spMkLst>
        </pc:spChg>
        <pc:picChg chg="add mod">
          <ac:chgData name="최지훈(산업경영공학과)" userId="f10e4a28-cc96-4aa6-a477-606261d4ea34" providerId="ADAL" clId="{E1BDFF36-D31A-4435-9114-39F6A8210863}" dt="2026-05-15T13:36:26.782" v="67" actId="1076"/>
          <ac:picMkLst>
            <pc:docMk/>
            <pc:sldMk cId="3469251027" sldId="608"/>
            <ac:picMk id="5" creationId="{C4C0FBFF-A5C5-16B9-D77F-5837A4689E0E}"/>
          </ac:picMkLst>
        </pc:picChg>
        <pc:picChg chg="del">
          <ac:chgData name="최지훈(산업경영공학과)" userId="f10e4a28-cc96-4aa6-a477-606261d4ea34" providerId="ADAL" clId="{E1BDFF36-D31A-4435-9114-39F6A8210863}" dt="2026-05-15T13:32:19.144" v="11" actId="478"/>
          <ac:picMkLst>
            <pc:docMk/>
            <pc:sldMk cId="3469251027" sldId="608"/>
            <ac:picMk id="6146" creationId="{18C70F01-67C3-58F9-D678-EF1563208F51}"/>
          </ac:picMkLst>
        </pc:picChg>
      </pc:sldChg>
      <pc:sldChg chg="addSp delSp modSp add mod ord">
        <pc:chgData name="최지훈(산업경영공학과)" userId="f10e4a28-cc96-4aa6-a477-606261d4ea34" providerId="ADAL" clId="{E1BDFF36-D31A-4435-9114-39F6A8210863}" dt="2026-05-15T13:53:16.748" v="158" actId="1076"/>
        <pc:sldMkLst>
          <pc:docMk/>
          <pc:sldMk cId="2562097477" sldId="609"/>
        </pc:sldMkLst>
        <pc:spChg chg="mod">
          <ac:chgData name="최지훈(산업경영공학과)" userId="f10e4a28-cc96-4aa6-a477-606261d4ea34" providerId="ADAL" clId="{E1BDFF36-D31A-4435-9114-39F6A8210863}" dt="2026-05-15T13:35:46.895" v="64" actId="20577"/>
          <ac:spMkLst>
            <pc:docMk/>
            <pc:sldMk cId="2562097477" sldId="609"/>
            <ac:spMk id="3" creationId="{DD7F2ED1-B22F-B203-57F4-D5BB90C0E76F}"/>
          </ac:spMkLst>
        </pc:spChg>
        <pc:spChg chg="add mod">
          <ac:chgData name="최지훈(산업경영공학과)" userId="f10e4a28-cc96-4aa6-a477-606261d4ea34" providerId="ADAL" clId="{E1BDFF36-D31A-4435-9114-39F6A8210863}" dt="2026-05-15T13:53:16.748" v="158" actId="1076"/>
          <ac:spMkLst>
            <pc:docMk/>
            <pc:sldMk cId="2562097477" sldId="609"/>
            <ac:spMk id="5" creationId="{5E997E63-58B4-75F0-4500-3D4F5AC60875}"/>
          </ac:spMkLst>
        </pc:spChg>
        <pc:picChg chg="del">
          <ac:chgData name="최지훈(산업경영공학과)" userId="f10e4a28-cc96-4aa6-a477-606261d4ea34" providerId="ADAL" clId="{E1BDFF36-D31A-4435-9114-39F6A8210863}" dt="2026-05-15T13:34:34.924" v="16" actId="478"/>
          <ac:picMkLst>
            <pc:docMk/>
            <pc:sldMk cId="2562097477" sldId="609"/>
            <ac:picMk id="5" creationId="{E9C0E3B0-E0F0-5CAD-91D9-077C3C1D0E60}"/>
          </ac:picMkLst>
        </pc:picChg>
        <pc:picChg chg="add mod modCrop">
          <ac:chgData name="최지훈(산업경영공학과)" userId="f10e4a28-cc96-4aa6-a477-606261d4ea34" providerId="ADAL" clId="{E1BDFF36-D31A-4435-9114-39F6A8210863}" dt="2026-05-15T13:35:29.621" v="32" actId="1076"/>
          <ac:picMkLst>
            <pc:docMk/>
            <pc:sldMk cId="2562097477" sldId="609"/>
            <ac:picMk id="7" creationId="{D55301B2-48DF-197C-EACA-1C6040B7D12D}"/>
          </ac:picMkLst>
        </pc:picChg>
        <pc:picChg chg="add mod">
          <ac:chgData name="최지훈(산업경영공학과)" userId="f10e4a28-cc96-4aa6-a477-606261d4ea34" providerId="ADAL" clId="{E1BDFF36-D31A-4435-9114-39F6A8210863}" dt="2026-05-15T13:35:29.621" v="32" actId="1076"/>
          <ac:picMkLst>
            <pc:docMk/>
            <pc:sldMk cId="2562097477" sldId="609"/>
            <ac:picMk id="9" creationId="{C94090B1-3CFE-8166-E2B5-41A5E7B1490A}"/>
          </ac:picMkLst>
        </pc:picChg>
      </pc:sldChg>
      <pc:sldChg chg="addSp delSp modSp add del mod">
        <pc:chgData name="최지훈(산업경영공학과)" userId="f10e4a28-cc96-4aa6-a477-606261d4ea34" providerId="ADAL" clId="{E1BDFF36-D31A-4435-9114-39F6A8210863}" dt="2026-05-15T13:38:22.615" v="114" actId="47"/>
        <pc:sldMkLst>
          <pc:docMk/>
          <pc:sldMk cId="3331308972" sldId="610"/>
        </pc:sldMkLst>
        <pc:spChg chg="mod">
          <ac:chgData name="최지훈(산업경영공학과)" userId="f10e4a28-cc96-4aa6-a477-606261d4ea34" providerId="ADAL" clId="{E1BDFF36-D31A-4435-9114-39F6A8210863}" dt="2026-05-15T13:37:13.964" v="99" actId="20577"/>
          <ac:spMkLst>
            <pc:docMk/>
            <pc:sldMk cId="3331308972" sldId="610"/>
            <ac:spMk id="2" creationId="{485084E2-DBF1-77AF-78BE-4898D1473C98}"/>
          </ac:spMkLst>
        </pc:spChg>
        <pc:spChg chg="mod">
          <ac:chgData name="최지훈(산업경영공학과)" userId="f10e4a28-cc96-4aa6-a477-606261d4ea34" providerId="ADAL" clId="{E1BDFF36-D31A-4435-9114-39F6A8210863}" dt="2026-05-15T13:37:09.885" v="79" actId="20577"/>
          <ac:spMkLst>
            <pc:docMk/>
            <pc:sldMk cId="3331308972" sldId="610"/>
            <ac:spMk id="4" creationId="{0072ACCF-AD5D-B888-1B51-3020AB254EE5}"/>
          </ac:spMkLst>
        </pc:spChg>
        <pc:spChg chg="add del">
          <ac:chgData name="최지훈(산업경영공학과)" userId="f10e4a28-cc96-4aa6-a477-606261d4ea34" providerId="ADAL" clId="{E1BDFF36-D31A-4435-9114-39F6A8210863}" dt="2026-05-15T13:37:50.197" v="103" actId="478"/>
          <ac:spMkLst>
            <pc:docMk/>
            <pc:sldMk cId="3331308972" sldId="610"/>
            <ac:spMk id="5" creationId="{EC9F9640-9EB2-3226-45E1-CA9ED68B59A9}"/>
          </ac:spMkLst>
        </pc:spChg>
        <pc:spChg chg="add del">
          <ac:chgData name="최지훈(산업경영공학과)" userId="f10e4a28-cc96-4aa6-a477-606261d4ea34" providerId="ADAL" clId="{E1BDFF36-D31A-4435-9114-39F6A8210863}" dt="2026-05-15T13:37:57.857" v="106" actId="478"/>
          <ac:spMkLst>
            <pc:docMk/>
            <pc:sldMk cId="3331308972" sldId="610"/>
            <ac:spMk id="8" creationId="{86D5028D-C20C-CE05-3D01-B799395F6153}"/>
          </ac:spMkLst>
        </pc:spChg>
        <pc:spChg chg="add del">
          <ac:chgData name="최지훈(산업경영공학과)" userId="f10e4a28-cc96-4aa6-a477-606261d4ea34" providerId="ADAL" clId="{E1BDFF36-D31A-4435-9114-39F6A8210863}" dt="2026-05-15T13:38:01.290" v="109" actId="478"/>
          <ac:spMkLst>
            <pc:docMk/>
            <pc:sldMk cId="3331308972" sldId="610"/>
            <ac:spMk id="10" creationId="{FA1A2855-6CF4-8C87-AB13-B3F5C42E529F}"/>
          </ac:spMkLst>
        </pc:spChg>
        <pc:spChg chg="add del mod">
          <ac:chgData name="최지훈(산업경영공학과)" userId="f10e4a28-cc96-4aa6-a477-606261d4ea34" providerId="ADAL" clId="{E1BDFF36-D31A-4435-9114-39F6A8210863}" dt="2026-05-15T13:38:06.738" v="113" actId="478"/>
          <ac:spMkLst>
            <pc:docMk/>
            <pc:sldMk cId="3331308972" sldId="610"/>
            <ac:spMk id="12" creationId="{E8677A02-8053-0553-49D7-E27C22EB83E6}"/>
          </ac:spMkLst>
        </pc:spChg>
        <pc:picChg chg="del">
          <ac:chgData name="최지훈(산업경영공학과)" userId="f10e4a28-cc96-4aa6-a477-606261d4ea34" providerId="ADAL" clId="{E1BDFF36-D31A-4435-9114-39F6A8210863}" dt="2026-05-15T13:37:47.154" v="100" actId="478"/>
          <ac:picMkLst>
            <pc:docMk/>
            <pc:sldMk cId="3331308972" sldId="610"/>
            <ac:picMk id="6" creationId="{21A58502-77A9-524B-18EE-80ADF765F9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DB11-DDB6-D043-B91C-20C201D13B04}" type="datetimeFigureOut">
              <a:rPr kumimoji="1" lang="ko-KR" altLang="en-US" smtClean="0"/>
              <a:t>2026-05-22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AF5E2-4161-F446-83EE-580812DD411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414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EB40E-4650-403E-BBF3-61551C4C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B2D60E-EE00-464D-BCFB-ED2BD6F81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2378F-1556-4C7C-A19E-E4E1EE59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DE6D-7410-48BD-A9AE-50337DEC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07436-B24E-450D-89FE-D80D50CC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Google Shape;22;p30">
            <a:extLst>
              <a:ext uri="{FF2B5EF4-FFF2-40B4-BE49-F238E27FC236}">
                <a16:creationId xmlns:a16="http://schemas.microsoft.com/office/drawing/2014/main" id="{A8A5471C-D590-4030-B7EF-8E9A2E42842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57843" b="-3921"/>
          <a:stretch/>
        </p:blipFill>
        <p:spPr>
          <a:xfrm>
            <a:off x="285454" y="6440385"/>
            <a:ext cx="2138223" cy="33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950D0CB-A88E-462A-A149-5A69CF3745EA}"/>
              </a:ext>
            </a:extLst>
          </p:cNvPr>
          <p:cNvCxnSpPr>
            <a:cxnSpLocks/>
          </p:cNvCxnSpPr>
          <p:nvPr userDrawn="1"/>
        </p:nvCxnSpPr>
        <p:spPr>
          <a:xfrm>
            <a:off x="2423677" y="3505200"/>
            <a:ext cx="738707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13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EB32F-F83F-4E77-87AB-0821FB72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FC1656-82C7-4B58-9C0B-E554495B4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>
            <a:lvl1pPr>
              <a:defRPr sz="2000">
                <a:latin typeface="+mj-lt"/>
                <a:ea typeface="+mj-ea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3D1D3-F815-4CBD-8448-566D78B4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353" y="6356350"/>
            <a:ext cx="2979255" cy="365125"/>
          </a:xfrm>
        </p:spPr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FE55F-174B-490E-9C38-5860EBF2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78331" y="6356350"/>
            <a:ext cx="4468881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2DB33-5B83-484A-BB2D-35443E73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3753" y="6356350"/>
            <a:ext cx="2979255" cy="365125"/>
          </a:xfrm>
        </p:spPr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A464C2-D032-4D59-BFC5-89FE6705177F}"/>
              </a:ext>
            </a:extLst>
          </p:cNvPr>
          <p:cNvCxnSpPr>
            <a:cxnSpLocks/>
          </p:cNvCxnSpPr>
          <p:nvPr userDrawn="1"/>
        </p:nvCxnSpPr>
        <p:spPr>
          <a:xfrm>
            <a:off x="428625" y="1114425"/>
            <a:ext cx="114204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7018E3E-D858-48DC-8A0F-AB4299D33A53}"/>
              </a:ext>
            </a:extLst>
          </p:cNvPr>
          <p:cNvCxnSpPr>
            <a:cxnSpLocks/>
          </p:cNvCxnSpPr>
          <p:nvPr userDrawn="1"/>
        </p:nvCxnSpPr>
        <p:spPr>
          <a:xfrm>
            <a:off x="428625" y="565150"/>
            <a:ext cx="114204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D730510C-6144-41D9-AE64-9D3CCC278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3402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D8DC2-7AF1-4E6B-BF01-07470EF1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7F7E6-53BA-4C7A-AA97-16CADC841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2A65C-E0F2-4605-AD5A-F222274A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A9395-349E-43BE-8598-97FB1417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CCA1EA-E19C-4562-9FC2-15966C83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0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0DF8F-89A1-40AE-9226-6E91CF93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5E825-7AE7-4CAF-9896-AD164F48C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6B8C12-0343-4D66-85A9-88B2F525C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45D902-7415-4AC8-A47F-DFD27BF7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26A55-F482-4978-A932-92EC96DC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F6C7BF-7BAB-49FC-AE6E-EE858B62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5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3D564-0126-4C87-8596-89B768772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62BF6F-2A12-4F98-ACD0-5A5FFAF4B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25A814-C77E-4784-9DF0-DCCDBC10A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75B6D9-FAED-48F3-9CFE-033360CD6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DE1AC1-67E6-46B0-AED9-16FEF32D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04EF31-2818-4D26-A47B-8BF7F66D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F3B606-295C-48FA-A0D8-C0FDAACD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08804C-35A0-42A1-912C-508EDA32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450EF-0C08-4980-A30D-4863F7F2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7343BA-BF8D-4237-BA45-9DB5E4AD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15F597-3743-4A16-A8A5-3F696395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A6A3BD-814D-4022-8464-E6259E86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13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D8069B-676B-4ACB-8C07-B10B5A0B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D78AAE-7E17-4B85-B474-BAC39DE6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B76EEF-133B-4854-9AF3-4267447F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93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9C398-A06E-46B4-B00F-A30C5D91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BB5FA0-389D-4C4D-93F9-9F7CD683A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484AD-A7A0-44AF-AAA3-054082349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F9DAF4-7D68-4769-900F-A292A77D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61130-3057-40A9-95EA-66784F96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8211D6-5E47-43A5-8AF0-AB607A28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35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3B1AD-3D9F-415C-822A-648ABF99F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23ECE1-C6D5-45B0-85E7-B6977A894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FC48F4-886E-41F6-8912-EA687B38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C1ECA9-5900-4BD2-B25E-026E7984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9E2BB-DABE-418A-8A0B-687B626F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D1B74-81B9-4E9E-ADED-5428C5C9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5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FE710-44A0-4476-8BDF-1DDB59B9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DB7803-9234-42DE-B006-4C40EF5A1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4D68F-9D98-40F8-8675-0921C3E6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AF999-AF83-46C4-9D42-FC4671E3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BBC94-C64D-4E09-9922-29B59910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01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6BB1A1-9FA0-4337-8433-24B6F7FF36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C096E-42FF-4C57-B21C-D83011846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05A83C-D2A8-471B-996E-004BDC19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DB4EF-465E-4518-9CED-85284FF8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57A925-204C-465F-AF28-D14FE116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26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109ECA-23A6-4ED3-9340-FB282E5C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252E0F-CC0B-43D7-B69D-3C820891F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F558C-51F8-450B-8DCB-3DBF23F5A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19087-E85B-4DE7-B113-D7871D001D5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6E0C5-1A68-4E50-8051-750861C99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5F85E-620D-4AA8-905E-115AF434D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Google Shape;22;p30">
            <a:extLst>
              <a:ext uri="{FF2B5EF4-FFF2-40B4-BE49-F238E27FC236}">
                <a16:creationId xmlns:a16="http://schemas.microsoft.com/office/drawing/2014/main" id="{A0DA110C-A8D8-48D5-B31D-CD87C45039FC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 r="57843" b="-3921"/>
          <a:stretch/>
        </p:blipFill>
        <p:spPr>
          <a:xfrm>
            <a:off x="285454" y="6440385"/>
            <a:ext cx="2138223" cy="334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676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04D85-3907-49C7-89ED-7C79C6E20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9296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 (CNN)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B860F2-EFA1-4A59-A136-7D1F4B287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79612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김우주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2026.05.23</a:t>
            </a:r>
            <a:endParaRPr lang="ko-KR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0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75BC6-48BB-B667-49E1-274B9144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목차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7F8DCE-BEEC-3B4A-699E-24D20DB89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CE05B93-6756-45E1-A9DA-B5971D88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의 한계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81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1B62-9297-E69D-40DE-C3C9C6BF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AB77E-FD58-5791-3587-686B1BC1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C912AC-E341-E528-D172-1D4757C0E8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BA65A87-8575-CBB8-5324-E2B6C86B8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The Concept of Artificial Neurons (Perceptrons) in Neural Networks |  Towards Data Science">
            <a:extLst>
              <a:ext uri="{FF2B5EF4-FFF2-40B4-BE49-F238E27FC236}">
                <a16:creationId xmlns:a16="http://schemas.microsoft.com/office/drawing/2014/main" id="{AA3AC6DE-06A5-08DB-BC94-1551D1764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862" y="1750125"/>
            <a:ext cx="9000000" cy="385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2F0CBE-F520-79BE-1F00-9F8A297DF170}"/>
              </a:ext>
            </a:extLst>
          </p:cNvPr>
          <p:cNvSpPr txBox="1"/>
          <p:nvPr/>
        </p:nvSpPr>
        <p:spPr>
          <a:xfrm>
            <a:off x="4613604" y="5607937"/>
            <a:ext cx="30505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… +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b ≥ k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BFD63-C7B1-146C-5009-D7CF4DECDDA5}"/>
              </a:ext>
            </a:extLst>
          </p:cNvPr>
          <p:cNvSpPr txBox="1"/>
          <p:nvPr/>
        </p:nvSpPr>
        <p:spPr>
          <a:xfrm>
            <a:off x="4613604" y="6051748"/>
            <a:ext cx="30505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… +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b &lt; k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75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1967-5E62-500E-C26C-D4A6AC9B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B55DD-4D7D-852E-7878-A4331E77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8A9F84-B511-A49B-CD28-09E571E80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2E047F4-3471-AFA2-24A7-F213E819C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Alex Hay | Computing Logic Funcitons using Perceptrons">
            <a:extLst>
              <a:ext uri="{FF2B5EF4-FFF2-40B4-BE49-F238E27FC236}">
                <a16:creationId xmlns:a16="http://schemas.microsoft.com/office/drawing/2014/main" id="{880234FA-250F-1992-1348-D9B42A0721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1009"/>
          <a:stretch>
            <a:fillRect/>
          </a:stretch>
        </p:blipFill>
        <p:spPr bwMode="auto">
          <a:xfrm>
            <a:off x="1638862" y="1188416"/>
            <a:ext cx="9000000" cy="498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E7FC0-EBC6-94E0-6FF1-49B59855A7AB}"/>
              </a:ext>
            </a:extLst>
          </p:cNvPr>
          <p:cNvSpPr txBox="1"/>
          <p:nvPr/>
        </p:nvSpPr>
        <p:spPr>
          <a:xfrm>
            <a:off x="7059470" y="5257291"/>
            <a:ext cx="231313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b ≥ 0 → 1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BC46E-FC14-38FC-35D4-C3FDFF1161C5}"/>
              </a:ext>
            </a:extLst>
          </p:cNvPr>
          <p:cNvSpPr txBox="1"/>
          <p:nvPr/>
        </p:nvSpPr>
        <p:spPr>
          <a:xfrm>
            <a:off x="7059470" y="5718957"/>
            <a:ext cx="231313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w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b &lt; 0 → 0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5ECB39-F740-4C0D-E7A6-CECAFEC89FAD}"/>
              </a:ext>
            </a:extLst>
          </p:cNvPr>
          <p:cNvSpPr/>
          <p:nvPr/>
        </p:nvSpPr>
        <p:spPr>
          <a:xfrm>
            <a:off x="6324600" y="2667000"/>
            <a:ext cx="4146550" cy="21399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39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6348F-3C2F-483F-94F1-32A8D151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1BBEE-D4E6-893F-9D4F-AD5A2856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8B1A5C-B1C6-FAEE-477D-57E9AF4691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B80E3BA-4277-F78B-D794-A5D8A3E5B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MLPClassifier의 다중 레이블 분류 | 텐서 플로우 블로그 (Tensor ≈ Blog)">
            <a:extLst>
              <a:ext uri="{FF2B5EF4-FFF2-40B4-BE49-F238E27FC236}">
                <a16:creationId xmlns:a16="http://schemas.microsoft.com/office/drawing/2014/main" id="{B9C23EE4-2E81-DD55-4F62-2AC372148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8862" y="1240029"/>
            <a:ext cx="7200000" cy="487800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39181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AC770-28EE-BF23-8FDB-A7174433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C1208-6FDF-EE56-3EEF-D6FF21BD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36C430-E243-9AC4-B827-47CE748C0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EB652AC-1E74-0A55-65B1-2E9920B3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BE0AC-7D74-7CC1-10F7-2CD5C3AC9F5B}"/>
              </a:ext>
            </a:extLst>
          </p:cNvPr>
          <p:cNvSpPr txBox="1"/>
          <p:nvPr/>
        </p:nvSpPr>
        <p:spPr>
          <a:xfrm>
            <a:off x="4509954" y="5562948"/>
            <a:ext cx="1328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7x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+ 3x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4A7FC-10E6-F0F2-140A-8876DF21EB97}"/>
              </a:ext>
            </a:extLst>
          </p:cNvPr>
          <p:cNvSpPr txBox="1"/>
          <p:nvPr/>
        </p:nvSpPr>
        <p:spPr>
          <a:xfrm>
            <a:off x="4509954" y="6024514"/>
            <a:ext cx="1328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+ 5x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B79FF-CF05-6C93-9D4E-1E483A504D75}"/>
              </a:ext>
            </a:extLst>
          </p:cNvPr>
          <p:cNvSpPr txBox="1"/>
          <p:nvPr/>
        </p:nvSpPr>
        <p:spPr>
          <a:xfrm>
            <a:off x="6424454" y="5562948"/>
            <a:ext cx="13433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3z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+ 2z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A770A-032D-0831-7BE0-621507E8EF67}"/>
              </a:ext>
            </a:extLst>
          </p:cNvPr>
          <p:cNvSpPr txBox="1"/>
          <p:nvPr/>
        </p:nvSpPr>
        <p:spPr>
          <a:xfrm>
            <a:off x="6424454" y="6024514"/>
            <a:ext cx="13433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4z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+ 6z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D604BB0-FC48-2339-19CD-9C11B3723957}"/>
              </a:ext>
            </a:extLst>
          </p:cNvPr>
          <p:cNvSpPr/>
          <p:nvPr/>
        </p:nvSpPr>
        <p:spPr>
          <a:xfrm>
            <a:off x="2898862" y="232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30CC7B3-056F-98F1-15C1-DE04184D73B2}"/>
              </a:ext>
            </a:extLst>
          </p:cNvPr>
          <p:cNvSpPr/>
          <p:nvPr/>
        </p:nvSpPr>
        <p:spPr>
          <a:xfrm>
            <a:off x="2898862" y="394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97C8A6B-2D2E-FE26-8529-F3AC2AA9C40C}"/>
              </a:ext>
            </a:extLst>
          </p:cNvPr>
          <p:cNvSpPr/>
          <p:nvPr/>
        </p:nvSpPr>
        <p:spPr>
          <a:xfrm>
            <a:off x="5598862" y="232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C9A13E4-748E-79CF-1BCD-1094249C65A3}"/>
              </a:ext>
            </a:extLst>
          </p:cNvPr>
          <p:cNvSpPr/>
          <p:nvPr/>
        </p:nvSpPr>
        <p:spPr>
          <a:xfrm>
            <a:off x="5598862" y="394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7F92462-2BF2-857B-8442-6BA84DB0687F}"/>
              </a:ext>
            </a:extLst>
          </p:cNvPr>
          <p:cNvSpPr/>
          <p:nvPr/>
        </p:nvSpPr>
        <p:spPr>
          <a:xfrm>
            <a:off x="8298862" y="232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967DB1F-C870-A589-1B9E-83FBD719E3DA}"/>
              </a:ext>
            </a:extLst>
          </p:cNvPr>
          <p:cNvSpPr/>
          <p:nvPr/>
        </p:nvSpPr>
        <p:spPr>
          <a:xfrm>
            <a:off x="8298862" y="394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CACEC84-5A68-A587-0A79-E393E074DC27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3978862" y="286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891CE7E-4DB5-23B9-C05A-16468529B14E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39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B2F2A0-E59A-5016-66D7-8CFBC19FDF6D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39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9A51CCB-D318-8BB6-665E-E8A0B79A8860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>
            <a:off x="3978862" y="448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B6099BE-1703-FAAF-ABA5-DC87E38E0527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6678862" y="286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DD939C9-7A98-7481-DD22-0B38B93C1ADF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66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011C8EE-A948-1515-4B34-365AC4C74986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66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7CC1CF8-ADC1-D96C-6F80-30B132D97EA5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6678862" y="448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198374-FC88-7A85-937D-CCF9472B5B26}"/>
              </a:ext>
            </a:extLst>
          </p:cNvPr>
          <p:cNvSpPr/>
          <p:nvPr/>
        </p:nvSpPr>
        <p:spPr>
          <a:xfrm>
            <a:off x="5238862" y="2509030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6667B7-1998-FFCD-D266-4817A03F4C45}"/>
              </a:ext>
            </a:extLst>
          </p:cNvPr>
          <p:cNvSpPr/>
          <p:nvPr/>
        </p:nvSpPr>
        <p:spPr>
          <a:xfrm>
            <a:off x="5238862" y="3229029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94E96F-094E-AA61-6F8A-143A0D77A97D}"/>
              </a:ext>
            </a:extLst>
          </p:cNvPr>
          <p:cNvSpPr/>
          <p:nvPr/>
        </p:nvSpPr>
        <p:spPr>
          <a:xfrm>
            <a:off x="5238862" y="448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5214447-22D9-96ED-C699-8967478B2C08}"/>
              </a:ext>
            </a:extLst>
          </p:cNvPr>
          <p:cNvSpPr/>
          <p:nvPr/>
        </p:nvSpPr>
        <p:spPr>
          <a:xfrm>
            <a:off x="5238862" y="376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87F59F-6012-E8DC-C243-45DD3CADB774}"/>
              </a:ext>
            </a:extLst>
          </p:cNvPr>
          <p:cNvSpPr/>
          <p:nvPr/>
        </p:nvSpPr>
        <p:spPr>
          <a:xfrm>
            <a:off x="7938862" y="2509030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D71340B-0B64-4018-8124-52AAECB89134}"/>
              </a:ext>
            </a:extLst>
          </p:cNvPr>
          <p:cNvSpPr/>
          <p:nvPr/>
        </p:nvSpPr>
        <p:spPr>
          <a:xfrm>
            <a:off x="7938862" y="3229029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6045554-5073-23F9-A3E0-608FB8A0ECA4}"/>
              </a:ext>
            </a:extLst>
          </p:cNvPr>
          <p:cNvSpPr/>
          <p:nvPr/>
        </p:nvSpPr>
        <p:spPr>
          <a:xfrm>
            <a:off x="7938862" y="448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2E8D1DD-8648-753B-C0BC-B5AFB4605C36}"/>
              </a:ext>
            </a:extLst>
          </p:cNvPr>
          <p:cNvSpPr/>
          <p:nvPr/>
        </p:nvSpPr>
        <p:spPr>
          <a:xfrm>
            <a:off x="7938862" y="376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16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4F56-BBC3-B695-F90A-C6A6412AA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C99B7-2C45-DF9B-7606-377DD4079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42D0B4-EC87-0C7E-FF3B-B62CDFCF3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7C78227-F5BB-F874-F00F-390015F94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232E0-4B76-1E80-B197-53C0385842AD}"/>
              </a:ext>
            </a:extLst>
          </p:cNvPr>
          <p:cNvSpPr txBox="1"/>
          <p:nvPr/>
        </p:nvSpPr>
        <p:spPr>
          <a:xfrm>
            <a:off x="4509954" y="5562948"/>
            <a:ext cx="1328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7x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+ 3x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A47A2-31A4-872F-2B6D-E47E6DDBB89B}"/>
              </a:ext>
            </a:extLst>
          </p:cNvPr>
          <p:cNvSpPr txBox="1"/>
          <p:nvPr/>
        </p:nvSpPr>
        <p:spPr>
          <a:xfrm>
            <a:off x="4509954" y="6024514"/>
            <a:ext cx="1328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+ 5x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47942-1665-F27D-A907-3D4A237DF482}"/>
              </a:ext>
            </a:extLst>
          </p:cNvPr>
          <p:cNvSpPr txBox="1"/>
          <p:nvPr/>
        </p:nvSpPr>
        <p:spPr>
          <a:xfrm>
            <a:off x="6424454" y="5562948"/>
            <a:ext cx="274434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3z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+ 2z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25x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+ 19x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21C36-A73A-092D-C68E-EC8812D0F725}"/>
              </a:ext>
            </a:extLst>
          </p:cNvPr>
          <p:cNvSpPr txBox="1"/>
          <p:nvPr/>
        </p:nvSpPr>
        <p:spPr>
          <a:xfrm>
            <a:off x="6424454" y="6024514"/>
            <a:ext cx="274434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4z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+ 6z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40x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+ 42x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0E85D1-E529-B9FB-7241-8B62B7798591}"/>
              </a:ext>
            </a:extLst>
          </p:cNvPr>
          <p:cNvSpPr/>
          <p:nvPr/>
        </p:nvSpPr>
        <p:spPr>
          <a:xfrm>
            <a:off x="2898862" y="232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8A1452E-C02E-B338-C440-EF358C5EEABF}"/>
              </a:ext>
            </a:extLst>
          </p:cNvPr>
          <p:cNvSpPr/>
          <p:nvPr/>
        </p:nvSpPr>
        <p:spPr>
          <a:xfrm>
            <a:off x="2898862" y="394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4773B09-B4DF-AE33-049E-21ED030695A6}"/>
              </a:ext>
            </a:extLst>
          </p:cNvPr>
          <p:cNvSpPr/>
          <p:nvPr/>
        </p:nvSpPr>
        <p:spPr>
          <a:xfrm>
            <a:off x="5598862" y="232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E2872A9-C289-1075-C2B0-3590DCEE9DA4}"/>
              </a:ext>
            </a:extLst>
          </p:cNvPr>
          <p:cNvSpPr/>
          <p:nvPr/>
        </p:nvSpPr>
        <p:spPr>
          <a:xfrm>
            <a:off x="5598862" y="394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827866B-B5F9-EACE-CD11-E9EFDB047770}"/>
              </a:ext>
            </a:extLst>
          </p:cNvPr>
          <p:cNvSpPr/>
          <p:nvPr/>
        </p:nvSpPr>
        <p:spPr>
          <a:xfrm>
            <a:off x="8298862" y="232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E533323-94DA-5872-71CA-995BCA948FAD}"/>
              </a:ext>
            </a:extLst>
          </p:cNvPr>
          <p:cNvSpPr/>
          <p:nvPr/>
        </p:nvSpPr>
        <p:spPr>
          <a:xfrm>
            <a:off x="8298862" y="3949031"/>
            <a:ext cx="1080000" cy="108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baseline="-25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16FABD-5958-4062-BC69-652FFB7FE552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>
            <a:off x="3978862" y="286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94EC9F2-967C-FC85-B943-776159EDE67C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39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F118A27-2282-0AEC-4705-0FE67D34629F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39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DCD3453-4D6F-A5CF-D56E-E90EFFFB6BE3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>
            <a:off x="3978862" y="448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8763F55-FEA1-B570-6392-29A120D8D0C9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6678862" y="286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2FD0F7A-1E84-2DB6-AEBE-680A934F6C56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66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F1F95A2-B294-EA27-C425-4E093446AB40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6678862" y="2869031"/>
            <a:ext cx="1620000" cy="162000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4AD0A55-4832-C546-3D8A-680785C2D9E0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6678862" y="4489031"/>
            <a:ext cx="1620000" cy="0"/>
          </a:xfrm>
          <a:prstGeom prst="straightConnector1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DD565B-79BA-914A-4ED8-3CF50A109722}"/>
              </a:ext>
            </a:extLst>
          </p:cNvPr>
          <p:cNvSpPr/>
          <p:nvPr/>
        </p:nvSpPr>
        <p:spPr>
          <a:xfrm>
            <a:off x="5238862" y="2509030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F2898F-C647-1F62-50B5-0477D58A6497}"/>
              </a:ext>
            </a:extLst>
          </p:cNvPr>
          <p:cNvSpPr/>
          <p:nvPr/>
        </p:nvSpPr>
        <p:spPr>
          <a:xfrm>
            <a:off x="5238862" y="3229029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8023E3-5253-2F5B-3ACF-1EC9C9A2346C}"/>
              </a:ext>
            </a:extLst>
          </p:cNvPr>
          <p:cNvSpPr/>
          <p:nvPr/>
        </p:nvSpPr>
        <p:spPr>
          <a:xfrm>
            <a:off x="5238862" y="448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AB53B0A-0B12-48DC-9862-B17E97772D61}"/>
              </a:ext>
            </a:extLst>
          </p:cNvPr>
          <p:cNvSpPr/>
          <p:nvPr/>
        </p:nvSpPr>
        <p:spPr>
          <a:xfrm>
            <a:off x="5238862" y="376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727F648-00E3-E398-EE2B-96E84B628BF5}"/>
              </a:ext>
            </a:extLst>
          </p:cNvPr>
          <p:cNvSpPr/>
          <p:nvPr/>
        </p:nvSpPr>
        <p:spPr>
          <a:xfrm>
            <a:off x="7938862" y="2509030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B23DBD9-6BAF-727F-113B-41DFF94415E4}"/>
              </a:ext>
            </a:extLst>
          </p:cNvPr>
          <p:cNvSpPr/>
          <p:nvPr/>
        </p:nvSpPr>
        <p:spPr>
          <a:xfrm>
            <a:off x="7938862" y="3229029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879BE22-74AD-9D44-09F9-D1D08E66DC59}"/>
              </a:ext>
            </a:extLst>
          </p:cNvPr>
          <p:cNvSpPr/>
          <p:nvPr/>
        </p:nvSpPr>
        <p:spPr>
          <a:xfrm>
            <a:off x="7938862" y="448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70F29E-511D-383A-F520-A44B9C15134C}"/>
              </a:ext>
            </a:extLst>
          </p:cNvPr>
          <p:cNvSpPr/>
          <p:nvPr/>
        </p:nvSpPr>
        <p:spPr>
          <a:xfrm>
            <a:off x="7938862" y="3769028"/>
            <a:ext cx="360000" cy="360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3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53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F05E5-FB0F-A55E-66F4-56D2F686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0D42C-FC38-97AE-0BFD-0E71B98A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B086A5-AAD8-DE7F-67D1-73549C9C57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111E3B8-6137-3B3F-4237-F59CDDFF1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DBB63-961B-D882-9AA6-895C0D882BA0}"/>
              </a:ext>
            </a:extLst>
          </p:cNvPr>
          <p:cNvSpPr txBox="1"/>
          <p:nvPr/>
        </p:nvSpPr>
        <p:spPr>
          <a:xfrm>
            <a:off x="5326623" y="5562948"/>
            <a:ext cx="16222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25x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+ 19x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C535C-F910-D9EF-7434-F2A3CC8645B1}"/>
              </a:ext>
            </a:extLst>
          </p:cNvPr>
          <p:cNvSpPr txBox="1"/>
          <p:nvPr/>
        </p:nvSpPr>
        <p:spPr>
          <a:xfrm>
            <a:off x="5326623" y="6024514"/>
            <a:ext cx="16222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40x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+ 42x</a:t>
            </a:r>
            <a:r>
              <a:rPr lang="en-US" altLang="ko-KR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20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F8FC0F-CE3B-FBB6-077A-27E5E1835444}"/>
              </a:ext>
            </a:extLst>
          </p:cNvPr>
          <p:cNvGrpSpPr/>
          <p:nvPr/>
        </p:nvGrpSpPr>
        <p:grpSpPr>
          <a:xfrm>
            <a:off x="4248862" y="2329031"/>
            <a:ext cx="3780000" cy="2700000"/>
            <a:chOff x="2898862" y="2329031"/>
            <a:chExt cx="3780000" cy="27000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0130B95-434F-38DF-9CE0-02234BE7336E}"/>
                </a:ext>
              </a:extLst>
            </p:cNvPr>
            <p:cNvSpPr/>
            <p:nvPr/>
          </p:nvSpPr>
          <p:spPr>
            <a:xfrm>
              <a:off x="2898862" y="2329031"/>
              <a:ext cx="1080000" cy="1080000"/>
            </a:xfrm>
            <a:prstGeom prst="ellipse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US" altLang="ko-KR" sz="4000" baseline="-25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ko-KR" altLang="en-US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16FD38B-48AE-E9EC-0362-47B50741688D}"/>
                </a:ext>
              </a:extLst>
            </p:cNvPr>
            <p:cNvSpPr/>
            <p:nvPr/>
          </p:nvSpPr>
          <p:spPr>
            <a:xfrm>
              <a:off x="2898862" y="3949031"/>
              <a:ext cx="1080000" cy="1080000"/>
            </a:xfrm>
            <a:prstGeom prst="ellipse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US" altLang="ko-KR" sz="4000" baseline="-25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ko-KR" altLang="en-US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145ED94-04D7-24B3-ACD3-CFFCD8B5E82C}"/>
                </a:ext>
              </a:extLst>
            </p:cNvPr>
            <p:cNvSpPr/>
            <p:nvPr/>
          </p:nvSpPr>
          <p:spPr>
            <a:xfrm>
              <a:off x="5598862" y="2329031"/>
              <a:ext cx="1080000" cy="1080000"/>
            </a:xfrm>
            <a:prstGeom prst="ellipse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altLang="ko-KR" sz="4000" baseline="-25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ko-KR" altLang="en-US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983ABD3-8774-1ECE-3DE6-AA39B445AA67}"/>
                </a:ext>
              </a:extLst>
            </p:cNvPr>
            <p:cNvSpPr/>
            <p:nvPr/>
          </p:nvSpPr>
          <p:spPr>
            <a:xfrm>
              <a:off x="5598862" y="3949031"/>
              <a:ext cx="1080000" cy="1080000"/>
            </a:xfrm>
            <a:prstGeom prst="ellipse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altLang="ko-KR" sz="4000" baseline="-25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ko-KR" altLang="en-US" sz="4000" baseline="-25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F05F4257-6F7D-12C4-97F3-B22723AA1EAB}"/>
                </a:ext>
              </a:extLst>
            </p:cNvPr>
            <p:cNvCxnSpPr>
              <a:stCxn id="36" idx="6"/>
              <a:endCxn id="38" idx="2"/>
            </p:cNvCxnSpPr>
            <p:nvPr/>
          </p:nvCxnSpPr>
          <p:spPr>
            <a:xfrm>
              <a:off x="3978862" y="2869031"/>
              <a:ext cx="1620000" cy="0"/>
            </a:xfrm>
            <a:prstGeom prst="straightConnector1">
              <a:avLst/>
            </a:prstGeom>
            <a:ln w="28575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F72565FC-358F-BA16-0A2C-B501ACC51013}"/>
                </a:ext>
              </a:extLst>
            </p:cNvPr>
            <p:cNvCxnSpPr>
              <a:cxnSpLocks/>
              <a:stCxn id="36" idx="6"/>
              <a:endCxn id="39" idx="2"/>
            </p:cNvCxnSpPr>
            <p:nvPr/>
          </p:nvCxnSpPr>
          <p:spPr>
            <a:xfrm>
              <a:off x="3978862" y="2869031"/>
              <a:ext cx="1620000" cy="1620000"/>
            </a:xfrm>
            <a:prstGeom prst="straightConnector1">
              <a:avLst/>
            </a:prstGeom>
            <a:ln w="28575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F5EBFB1A-7A1D-7C2A-DC7D-7CEE5F434E29}"/>
                </a:ext>
              </a:extLst>
            </p:cNvPr>
            <p:cNvCxnSpPr>
              <a:cxnSpLocks/>
              <a:stCxn id="37" idx="6"/>
              <a:endCxn id="38" idx="2"/>
            </p:cNvCxnSpPr>
            <p:nvPr/>
          </p:nvCxnSpPr>
          <p:spPr>
            <a:xfrm flipV="1">
              <a:off x="3978862" y="2869031"/>
              <a:ext cx="1620000" cy="1620000"/>
            </a:xfrm>
            <a:prstGeom prst="straightConnector1">
              <a:avLst/>
            </a:prstGeom>
            <a:ln w="28575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30AE307E-827A-E0A4-16BB-48D2D823D483}"/>
                </a:ext>
              </a:extLst>
            </p:cNvPr>
            <p:cNvCxnSpPr>
              <a:cxnSpLocks/>
              <a:stCxn id="37" idx="6"/>
              <a:endCxn id="39" idx="2"/>
            </p:cNvCxnSpPr>
            <p:nvPr/>
          </p:nvCxnSpPr>
          <p:spPr>
            <a:xfrm>
              <a:off x="3978862" y="4489031"/>
              <a:ext cx="1620000" cy="0"/>
            </a:xfrm>
            <a:prstGeom prst="straightConnector1">
              <a:avLst/>
            </a:prstGeom>
            <a:ln w="28575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AED2154-DE69-EBBB-C0C1-AA426FF0383B}"/>
                </a:ext>
              </a:extLst>
            </p:cNvPr>
            <p:cNvSpPr/>
            <p:nvPr/>
          </p:nvSpPr>
          <p:spPr>
            <a:xfrm>
              <a:off x="4967762" y="2505991"/>
              <a:ext cx="720000" cy="36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25</a:t>
              </a:r>
              <a:endParaRPr lang="ko-KR" altLang="en-US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CEFFB6A-9A79-3442-21FB-22010F8A1D80}"/>
                </a:ext>
              </a:extLst>
            </p:cNvPr>
            <p:cNvSpPr/>
            <p:nvPr/>
          </p:nvSpPr>
          <p:spPr>
            <a:xfrm>
              <a:off x="4967762" y="3225990"/>
              <a:ext cx="720000" cy="36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19</a:t>
              </a:r>
              <a:endParaRPr lang="ko-KR" altLang="en-US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2DF5BBB-DAD6-634E-DD71-66C74CCE8CB0}"/>
                </a:ext>
              </a:extLst>
            </p:cNvPr>
            <p:cNvSpPr/>
            <p:nvPr/>
          </p:nvSpPr>
          <p:spPr>
            <a:xfrm>
              <a:off x="4967762" y="4485989"/>
              <a:ext cx="720000" cy="36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42</a:t>
              </a:r>
              <a:endParaRPr lang="ko-KR" altLang="en-US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AA6748D-F58E-CF6D-382C-4568D4E5C3F2}"/>
                </a:ext>
              </a:extLst>
            </p:cNvPr>
            <p:cNvSpPr/>
            <p:nvPr/>
          </p:nvSpPr>
          <p:spPr>
            <a:xfrm>
              <a:off x="4967762" y="3765989"/>
              <a:ext cx="720000" cy="3600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000" dirty="0">
                  <a:solidFill>
                    <a:schemeClr val="bg2">
                      <a:lumMod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40</a:t>
              </a:r>
              <a:endParaRPr lang="ko-KR" altLang="en-US" sz="3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71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82D6E-2862-16D8-1F60-7EAFB086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3FDF5-B6C6-2929-B293-21710195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E0120B-6446-5290-218B-679119A0E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ABD8430-0D01-8E06-2C90-B83BCFE2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F4057C4-1E14-C20A-086C-A2D1C77CA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862" y="1649244"/>
            <a:ext cx="7200000" cy="405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09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E5FD-0C32-E1FC-D50D-6EC86DB2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5921B-75A2-75F5-CFAA-0E85D8ED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Activation Function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530854-F3DE-5DDC-4C42-F06FDC732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주차 복습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169B0EC-900B-DC50-78D3-CC0A9616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7B54DC-3370-DF30-340A-5975B247F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8862" y="1429031"/>
            <a:ext cx="9000000" cy="45000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4806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01BD-943F-1E82-3C4B-173794C9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BCFD0-CF0F-A940-9C1A-C223C310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불필요한 연산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E14A76-7992-3D71-2399-DC9ADCEB8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한계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0433141-1D7B-C52F-40AA-9484C6BB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8823C3-FDCD-7FC1-B2F0-5E7E504E6B26}"/>
                  </a:ext>
                </a:extLst>
              </p:cNvPr>
              <p:cNvSpPr txBox="1"/>
              <p:nvPr/>
            </p:nvSpPr>
            <p:spPr>
              <a:xfrm>
                <a:off x="4104041" y="5369122"/>
                <a:ext cx="40696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8823C3-FDCD-7FC1-B2F0-5E7E504E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41" y="5369122"/>
                <a:ext cx="4069640" cy="307777"/>
              </a:xfrm>
              <a:prstGeom prst="rect">
                <a:avLst/>
              </a:prstGeom>
              <a:blipFill>
                <a:blip r:embed="rId2"/>
                <a:stretch>
                  <a:fillRect l="-299" r="-898" b="-1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BB99CD29-6791-821B-1861-F4242635F465}"/>
              </a:ext>
            </a:extLst>
          </p:cNvPr>
          <p:cNvGrpSpPr/>
          <p:nvPr/>
        </p:nvGrpSpPr>
        <p:grpSpPr>
          <a:xfrm>
            <a:off x="4296000" y="1629000"/>
            <a:ext cx="3600000" cy="3600000"/>
            <a:chOff x="4296000" y="1629000"/>
            <a:chExt cx="3600000" cy="36000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5F1E85-FB25-B59A-CC50-352F2532B108}"/>
                </a:ext>
              </a:extLst>
            </p:cNvPr>
            <p:cNvSpPr/>
            <p:nvPr/>
          </p:nvSpPr>
          <p:spPr>
            <a:xfrm>
              <a:off x="4296000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5345779-2FCB-9E5F-36BF-DC07BA6BBED4}"/>
                </a:ext>
              </a:extLst>
            </p:cNvPr>
            <p:cNvSpPr/>
            <p:nvPr/>
          </p:nvSpPr>
          <p:spPr>
            <a:xfrm>
              <a:off x="5016000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4B468F2-73B7-4D1B-0AD6-DFE09182BADE}"/>
                </a:ext>
              </a:extLst>
            </p:cNvPr>
            <p:cNvSpPr/>
            <p:nvPr/>
          </p:nvSpPr>
          <p:spPr>
            <a:xfrm>
              <a:off x="5736000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F866C77-B04A-BA19-789B-300A280303EE}"/>
                </a:ext>
              </a:extLst>
            </p:cNvPr>
            <p:cNvSpPr/>
            <p:nvPr/>
          </p:nvSpPr>
          <p:spPr>
            <a:xfrm>
              <a:off x="6456000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A194054-F2EA-3A05-117C-F476457404AD}"/>
                </a:ext>
              </a:extLst>
            </p:cNvPr>
            <p:cNvSpPr/>
            <p:nvPr/>
          </p:nvSpPr>
          <p:spPr>
            <a:xfrm>
              <a:off x="7176000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FDA781-6070-EA50-A0FF-27925EA7E7F5}"/>
                </a:ext>
              </a:extLst>
            </p:cNvPr>
            <p:cNvSpPr/>
            <p:nvPr/>
          </p:nvSpPr>
          <p:spPr>
            <a:xfrm>
              <a:off x="429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7164A62-78F2-E58C-12AF-7A842D6032A4}"/>
                </a:ext>
              </a:extLst>
            </p:cNvPr>
            <p:cNvSpPr/>
            <p:nvPr/>
          </p:nvSpPr>
          <p:spPr>
            <a:xfrm>
              <a:off x="501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5D1472C-ECE2-EDF4-5D55-2137E9F73586}"/>
                </a:ext>
              </a:extLst>
            </p:cNvPr>
            <p:cNvSpPr/>
            <p:nvPr/>
          </p:nvSpPr>
          <p:spPr>
            <a:xfrm>
              <a:off x="5736000" y="234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A78ED25-F2C6-96E0-36D4-B774F05308C8}"/>
                </a:ext>
              </a:extLst>
            </p:cNvPr>
            <p:cNvSpPr/>
            <p:nvPr/>
          </p:nvSpPr>
          <p:spPr>
            <a:xfrm>
              <a:off x="645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B62CC40-50D4-5DD6-9D25-DA2FD4CBF19C}"/>
                </a:ext>
              </a:extLst>
            </p:cNvPr>
            <p:cNvSpPr/>
            <p:nvPr/>
          </p:nvSpPr>
          <p:spPr>
            <a:xfrm>
              <a:off x="717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DD9677-095C-2080-0228-A7A68C7C4EDE}"/>
                </a:ext>
              </a:extLst>
            </p:cNvPr>
            <p:cNvSpPr/>
            <p:nvPr/>
          </p:nvSpPr>
          <p:spPr>
            <a:xfrm>
              <a:off x="429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83643E3-CF12-5081-CA7A-D8B7E31F0BEF}"/>
                </a:ext>
              </a:extLst>
            </p:cNvPr>
            <p:cNvSpPr/>
            <p:nvPr/>
          </p:nvSpPr>
          <p:spPr>
            <a:xfrm>
              <a:off x="501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3F6D4D3-C386-26E5-C6F6-00EF8D29A180}"/>
                </a:ext>
              </a:extLst>
            </p:cNvPr>
            <p:cNvSpPr/>
            <p:nvPr/>
          </p:nvSpPr>
          <p:spPr>
            <a:xfrm>
              <a:off x="5736000" y="306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B8AFA1D-A3CD-6A02-74C4-4EDB368C7014}"/>
                </a:ext>
              </a:extLst>
            </p:cNvPr>
            <p:cNvSpPr/>
            <p:nvPr/>
          </p:nvSpPr>
          <p:spPr>
            <a:xfrm>
              <a:off x="645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3DFDF53-DECC-DAA9-1865-9A1756396F4B}"/>
                </a:ext>
              </a:extLst>
            </p:cNvPr>
            <p:cNvSpPr/>
            <p:nvPr/>
          </p:nvSpPr>
          <p:spPr>
            <a:xfrm>
              <a:off x="717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963616C-C538-594D-2ABD-83DC9450C37A}"/>
                </a:ext>
              </a:extLst>
            </p:cNvPr>
            <p:cNvSpPr/>
            <p:nvPr/>
          </p:nvSpPr>
          <p:spPr>
            <a:xfrm>
              <a:off x="429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F46273F-5416-8076-C89B-54D506839ECD}"/>
                </a:ext>
              </a:extLst>
            </p:cNvPr>
            <p:cNvSpPr/>
            <p:nvPr/>
          </p:nvSpPr>
          <p:spPr>
            <a:xfrm>
              <a:off x="501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18D5297-6BDD-4573-66E8-352213E779D2}"/>
                </a:ext>
              </a:extLst>
            </p:cNvPr>
            <p:cNvSpPr/>
            <p:nvPr/>
          </p:nvSpPr>
          <p:spPr>
            <a:xfrm>
              <a:off x="5736000" y="378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66B283D-F8CD-B6F6-5163-261D3824AF3A}"/>
                </a:ext>
              </a:extLst>
            </p:cNvPr>
            <p:cNvSpPr/>
            <p:nvPr/>
          </p:nvSpPr>
          <p:spPr>
            <a:xfrm>
              <a:off x="645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E39C528-0BCE-F4B4-894C-228E41312E3E}"/>
                </a:ext>
              </a:extLst>
            </p:cNvPr>
            <p:cNvSpPr/>
            <p:nvPr/>
          </p:nvSpPr>
          <p:spPr>
            <a:xfrm>
              <a:off x="717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5305714-C5FF-A892-1695-0A211C394E95}"/>
                </a:ext>
              </a:extLst>
            </p:cNvPr>
            <p:cNvSpPr/>
            <p:nvPr/>
          </p:nvSpPr>
          <p:spPr>
            <a:xfrm>
              <a:off x="4296000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34B178B-643D-B55E-E476-1452FF03F35D}"/>
                </a:ext>
              </a:extLst>
            </p:cNvPr>
            <p:cNvSpPr/>
            <p:nvPr/>
          </p:nvSpPr>
          <p:spPr>
            <a:xfrm>
              <a:off x="5016000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90D90F3-001F-EACE-B8AD-B0AB992CED6C}"/>
                </a:ext>
              </a:extLst>
            </p:cNvPr>
            <p:cNvSpPr/>
            <p:nvPr/>
          </p:nvSpPr>
          <p:spPr>
            <a:xfrm>
              <a:off x="5736000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7FBCF77-20AB-D371-03AD-ECB733B0220D}"/>
                </a:ext>
              </a:extLst>
            </p:cNvPr>
            <p:cNvSpPr/>
            <p:nvPr/>
          </p:nvSpPr>
          <p:spPr>
            <a:xfrm>
              <a:off x="6456000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4E84B20-C29D-43EA-571D-0F99EB9046F5}"/>
                </a:ext>
              </a:extLst>
            </p:cNvPr>
            <p:cNvSpPr/>
            <p:nvPr/>
          </p:nvSpPr>
          <p:spPr>
            <a:xfrm>
              <a:off x="7176000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592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365A-8276-0D83-2FD7-081F302D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D6CCC-3C6C-AD6F-2FA8-1180AA0E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불필요한 연산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6E3D60-43F9-EFED-552B-83DAAD814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한계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FC95543-3D6F-4665-AC2F-4FEB19D89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547B0B-E2B6-FD1E-74D5-2F5FF9859E71}"/>
                  </a:ext>
                </a:extLst>
              </p:cNvPr>
              <p:cNvSpPr txBox="1"/>
              <p:nvPr/>
            </p:nvSpPr>
            <p:spPr>
              <a:xfrm>
                <a:off x="4104041" y="5369122"/>
                <a:ext cx="40696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547B0B-E2B6-FD1E-74D5-2F5FF985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41" y="5369122"/>
                <a:ext cx="4069640" cy="307777"/>
              </a:xfrm>
              <a:prstGeom prst="rect">
                <a:avLst/>
              </a:prstGeom>
              <a:blipFill>
                <a:blip r:embed="rId2"/>
                <a:stretch>
                  <a:fillRect l="-299" r="-898" b="-1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61A924-37B3-E56C-9EDF-43F5CB037FE6}"/>
                  </a:ext>
                </a:extLst>
              </p:cNvPr>
              <p:cNvSpPr txBox="1"/>
              <p:nvPr/>
            </p:nvSpPr>
            <p:spPr>
              <a:xfrm>
                <a:off x="5863084" y="5773042"/>
                <a:ext cx="4658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ko-KR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61A924-37B3-E56C-9EDF-43F5CB037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084" y="5773042"/>
                <a:ext cx="465832" cy="307777"/>
              </a:xfrm>
              <a:prstGeom prst="rect">
                <a:avLst/>
              </a:prstGeom>
              <a:blipFill>
                <a:blip r:embed="rId3"/>
                <a:stretch>
                  <a:fillRect l="-7895" r="-11842" b="-137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8CC2A20D-B3F8-7A0A-F3D1-A07AE11FEE32}"/>
              </a:ext>
            </a:extLst>
          </p:cNvPr>
          <p:cNvGrpSpPr/>
          <p:nvPr/>
        </p:nvGrpSpPr>
        <p:grpSpPr>
          <a:xfrm>
            <a:off x="4296000" y="1629000"/>
            <a:ext cx="3600000" cy="3600000"/>
            <a:chOff x="4296000" y="1629000"/>
            <a:chExt cx="3600000" cy="36000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5F75F70-8B2E-DCB7-0C93-70312FD17EEC}"/>
                </a:ext>
              </a:extLst>
            </p:cNvPr>
            <p:cNvSpPr/>
            <p:nvPr/>
          </p:nvSpPr>
          <p:spPr>
            <a:xfrm>
              <a:off x="5016000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1B125E7-9199-1729-A37B-B104C990D967}"/>
                </a:ext>
              </a:extLst>
            </p:cNvPr>
            <p:cNvSpPr/>
            <p:nvPr/>
          </p:nvSpPr>
          <p:spPr>
            <a:xfrm>
              <a:off x="5736000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0547F9E-8B1F-0799-4459-A2537E947816}"/>
                </a:ext>
              </a:extLst>
            </p:cNvPr>
            <p:cNvSpPr/>
            <p:nvPr/>
          </p:nvSpPr>
          <p:spPr>
            <a:xfrm>
              <a:off x="6456000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D4C1EC4-BE56-864B-5FBE-97811E79677E}"/>
                </a:ext>
              </a:extLst>
            </p:cNvPr>
            <p:cNvSpPr/>
            <p:nvPr/>
          </p:nvSpPr>
          <p:spPr>
            <a:xfrm>
              <a:off x="7176000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06DDCFC-2C60-7577-E905-80413BF30FB7}"/>
                </a:ext>
              </a:extLst>
            </p:cNvPr>
            <p:cNvSpPr/>
            <p:nvPr/>
          </p:nvSpPr>
          <p:spPr>
            <a:xfrm>
              <a:off x="429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A103702-87DA-3EC0-8355-35EE0B50291F}"/>
                </a:ext>
              </a:extLst>
            </p:cNvPr>
            <p:cNvSpPr/>
            <p:nvPr/>
          </p:nvSpPr>
          <p:spPr>
            <a:xfrm>
              <a:off x="501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231C7FF-E4D6-8C91-24BE-75B70F4D6025}"/>
                </a:ext>
              </a:extLst>
            </p:cNvPr>
            <p:cNvSpPr/>
            <p:nvPr/>
          </p:nvSpPr>
          <p:spPr>
            <a:xfrm>
              <a:off x="5736000" y="234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5338038-0F92-CF01-1A1B-AE3C3CD147B3}"/>
                </a:ext>
              </a:extLst>
            </p:cNvPr>
            <p:cNvSpPr/>
            <p:nvPr/>
          </p:nvSpPr>
          <p:spPr>
            <a:xfrm>
              <a:off x="645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71642FC-0E7A-5C50-065B-711AD3F150A1}"/>
                </a:ext>
              </a:extLst>
            </p:cNvPr>
            <p:cNvSpPr/>
            <p:nvPr/>
          </p:nvSpPr>
          <p:spPr>
            <a:xfrm>
              <a:off x="7176000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9230764-743F-D0D5-C5DB-62A053B75B5B}"/>
                </a:ext>
              </a:extLst>
            </p:cNvPr>
            <p:cNvSpPr/>
            <p:nvPr/>
          </p:nvSpPr>
          <p:spPr>
            <a:xfrm>
              <a:off x="429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269F4F5-6220-BB1F-A54F-E17B7F71567C}"/>
                </a:ext>
              </a:extLst>
            </p:cNvPr>
            <p:cNvSpPr/>
            <p:nvPr/>
          </p:nvSpPr>
          <p:spPr>
            <a:xfrm>
              <a:off x="501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29A2AD6-9024-564C-4654-8133C105D201}"/>
                </a:ext>
              </a:extLst>
            </p:cNvPr>
            <p:cNvSpPr/>
            <p:nvPr/>
          </p:nvSpPr>
          <p:spPr>
            <a:xfrm>
              <a:off x="5736000" y="306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1DAE543-6E78-3F87-843C-DF6B39FDCEFE}"/>
                </a:ext>
              </a:extLst>
            </p:cNvPr>
            <p:cNvSpPr/>
            <p:nvPr/>
          </p:nvSpPr>
          <p:spPr>
            <a:xfrm>
              <a:off x="645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DC9FAF5-25E5-F006-BF1B-2C655FDF3DFE}"/>
                </a:ext>
              </a:extLst>
            </p:cNvPr>
            <p:cNvSpPr/>
            <p:nvPr/>
          </p:nvSpPr>
          <p:spPr>
            <a:xfrm>
              <a:off x="7176000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1BE3218-7D26-E3CE-A6B9-A31A4D4D63DD}"/>
                </a:ext>
              </a:extLst>
            </p:cNvPr>
            <p:cNvSpPr/>
            <p:nvPr/>
          </p:nvSpPr>
          <p:spPr>
            <a:xfrm>
              <a:off x="429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86C250A-58ED-F7DB-B672-CEAAA3D456D9}"/>
                </a:ext>
              </a:extLst>
            </p:cNvPr>
            <p:cNvSpPr/>
            <p:nvPr/>
          </p:nvSpPr>
          <p:spPr>
            <a:xfrm>
              <a:off x="501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08F3C75-C99A-EF3A-57AC-739B1901300E}"/>
                </a:ext>
              </a:extLst>
            </p:cNvPr>
            <p:cNvSpPr/>
            <p:nvPr/>
          </p:nvSpPr>
          <p:spPr>
            <a:xfrm>
              <a:off x="5736000" y="378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CD1AFDD-2F3C-3994-DA31-DC53215AFA02}"/>
                </a:ext>
              </a:extLst>
            </p:cNvPr>
            <p:cNvSpPr/>
            <p:nvPr/>
          </p:nvSpPr>
          <p:spPr>
            <a:xfrm>
              <a:off x="645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A6DD00E-EAB2-942B-74E8-B2995EAE6C2F}"/>
                </a:ext>
              </a:extLst>
            </p:cNvPr>
            <p:cNvSpPr/>
            <p:nvPr/>
          </p:nvSpPr>
          <p:spPr>
            <a:xfrm>
              <a:off x="7176000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8C5328D-D8F0-84E7-CC5E-21877EB97D2F}"/>
                </a:ext>
              </a:extLst>
            </p:cNvPr>
            <p:cNvSpPr/>
            <p:nvPr/>
          </p:nvSpPr>
          <p:spPr>
            <a:xfrm>
              <a:off x="4296000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66C9201-13E6-F1DD-4A2F-74A90D3BDED8}"/>
                </a:ext>
              </a:extLst>
            </p:cNvPr>
            <p:cNvSpPr/>
            <p:nvPr/>
          </p:nvSpPr>
          <p:spPr>
            <a:xfrm>
              <a:off x="5016000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5219517-E502-9A14-5F98-B8810BACC4A2}"/>
                </a:ext>
              </a:extLst>
            </p:cNvPr>
            <p:cNvSpPr/>
            <p:nvPr/>
          </p:nvSpPr>
          <p:spPr>
            <a:xfrm>
              <a:off x="5736000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1C7B4D3-0607-1977-F8B9-D8627A174A72}"/>
                </a:ext>
              </a:extLst>
            </p:cNvPr>
            <p:cNvSpPr/>
            <p:nvPr/>
          </p:nvSpPr>
          <p:spPr>
            <a:xfrm>
              <a:off x="6456000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8BCB29A-7889-0182-9154-8D367F594602}"/>
                </a:ext>
              </a:extLst>
            </p:cNvPr>
            <p:cNvSpPr/>
            <p:nvPr/>
          </p:nvSpPr>
          <p:spPr>
            <a:xfrm>
              <a:off x="7176000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96F6754-4486-57C1-5714-ED50D86C9032}"/>
                </a:ext>
              </a:extLst>
            </p:cNvPr>
            <p:cNvSpPr/>
            <p:nvPr/>
          </p:nvSpPr>
          <p:spPr>
            <a:xfrm>
              <a:off x="4296000" y="1629000"/>
              <a:ext cx="720000" cy="720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84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E02A3-AD09-D5B1-D5A6-D961CBFF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31B4D-F403-2332-5783-863C24B4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데이터 형상 무시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78E955-AA1A-FB24-BFF0-E7A8A898D6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한계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5661097-1259-9F42-8D2F-84B1F64C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4E1C41D-9C97-D4C0-FCFA-A65C74770945}"/>
              </a:ext>
            </a:extLst>
          </p:cNvPr>
          <p:cNvGrpSpPr/>
          <p:nvPr/>
        </p:nvGrpSpPr>
        <p:grpSpPr>
          <a:xfrm>
            <a:off x="3528862" y="1429031"/>
            <a:ext cx="5220000" cy="4500000"/>
            <a:chOff x="1284288" y="1179000"/>
            <a:chExt cx="5220000" cy="4500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9CD3771-6F97-7B7E-5CC7-DE09BF48FF89}"/>
                </a:ext>
              </a:extLst>
            </p:cNvPr>
            <p:cNvSpPr/>
            <p:nvPr/>
          </p:nvSpPr>
          <p:spPr>
            <a:xfrm>
              <a:off x="1284288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B54A1AD-6D6F-946C-238A-A9BB5FEED8FD}"/>
                </a:ext>
              </a:extLst>
            </p:cNvPr>
            <p:cNvSpPr/>
            <p:nvPr/>
          </p:nvSpPr>
          <p:spPr>
            <a:xfrm>
              <a:off x="2004288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3CA572-C397-8F13-0B41-89F887F92452}"/>
                </a:ext>
              </a:extLst>
            </p:cNvPr>
            <p:cNvSpPr/>
            <p:nvPr/>
          </p:nvSpPr>
          <p:spPr>
            <a:xfrm>
              <a:off x="2724288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80B33F8-ACA2-5C24-8377-4C5267E876A1}"/>
                </a:ext>
              </a:extLst>
            </p:cNvPr>
            <p:cNvSpPr/>
            <p:nvPr/>
          </p:nvSpPr>
          <p:spPr>
            <a:xfrm>
              <a:off x="3444288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2F03B01-36F1-3061-D9BE-5E112830EBE8}"/>
                </a:ext>
              </a:extLst>
            </p:cNvPr>
            <p:cNvSpPr/>
            <p:nvPr/>
          </p:nvSpPr>
          <p:spPr>
            <a:xfrm>
              <a:off x="4164288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61559BB-FD24-8EF6-62A8-640818D4EAF3}"/>
                </a:ext>
              </a:extLst>
            </p:cNvPr>
            <p:cNvSpPr/>
            <p:nvPr/>
          </p:nvSpPr>
          <p:spPr>
            <a:xfrm>
              <a:off x="128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42E547B-B5E0-B1AD-3C19-132F04B0D99A}"/>
                </a:ext>
              </a:extLst>
            </p:cNvPr>
            <p:cNvSpPr/>
            <p:nvPr/>
          </p:nvSpPr>
          <p:spPr>
            <a:xfrm>
              <a:off x="200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FC04CF6-983D-D9EB-6560-0C56C1C4B366}"/>
                </a:ext>
              </a:extLst>
            </p:cNvPr>
            <p:cNvSpPr/>
            <p:nvPr/>
          </p:nvSpPr>
          <p:spPr>
            <a:xfrm>
              <a:off x="2724288" y="234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5A0E2EB-6671-6A9A-F680-CDBDEE501306}"/>
                </a:ext>
              </a:extLst>
            </p:cNvPr>
            <p:cNvSpPr/>
            <p:nvPr/>
          </p:nvSpPr>
          <p:spPr>
            <a:xfrm>
              <a:off x="344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6950728-B697-4743-54E4-CCA6399EDFF0}"/>
                </a:ext>
              </a:extLst>
            </p:cNvPr>
            <p:cNvSpPr/>
            <p:nvPr/>
          </p:nvSpPr>
          <p:spPr>
            <a:xfrm>
              <a:off x="416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FF8C0E4-300D-EA68-7512-46731A72AF07}"/>
                </a:ext>
              </a:extLst>
            </p:cNvPr>
            <p:cNvSpPr/>
            <p:nvPr/>
          </p:nvSpPr>
          <p:spPr>
            <a:xfrm>
              <a:off x="128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4D429DA-0AB0-2AF5-9A20-D4952CD387B1}"/>
                </a:ext>
              </a:extLst>
            </p:cNvPr>
            <p:cNvSpPr/>
            <p:nvPr/>
          </p:nvSpPr>
          <p:spPr>
            <a:xfrm>
              <a:off x="200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BA89A81-F785-D77E-86F0-55B798E0EA36}"/>
                </a:ext>
              </a:extLst>
            </p:cNvPr>
            <p:cNvSpPr/>
            <p:nvPr/>
          </p:nvSpPr>
          <p:spPr>
            <a:xfrm>
              <a:off x="2724288" y="306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0B477C2-A5C9-55A8-C0BF-A4A8E105A357}"/>
                </a:ext>
              </a:extLst>
            </p:cNvPr>
            <p:cNvSpPr/>
            <p:nvPr/>
          </p:nvSpPr>
          <p:spPr>
            <a:xfrm>
              <a:off x="344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81C9F23-9876-A64A-6B31-D3E4E4DA0205}"/>
                </a:ext>
              </a:extLst>
            </p:cNvPr>
            <p:cNvSpPr/>
            <p:nvPr/>
          </p:nvSpPr>
          <p:spPr>
            <a:xfrm>
              <a:off x="416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2C804A9-CF4F-5A33-3337-BDFFC34CCE70}"/>
                </a:ext>
              </a:extLst>
            </p:cNvPr>
            <p:cNvSpPr/>
            <p:nvPr/>
          </p:nvSpPr>
          <p:spPr>
            <a:xfrm>
              <a:off x="128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DC5D43A-8DC0-E90B-A8BE-2CD8E317CFCF}"/>
                </a:ext>
              </a:extLst>
            </p:cNvPr>
            <p:cNvSpPr/>
            <p:nvPr/>
          </p:nvSpPr>
          <p:spPr>
            <a:xfrm>
              <a:off x="200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5BB6B6B-AF9D-8295-C463-4E720F570F93}"/>
                </a:ext>
              </a:extLst>
            </p:cNvPr>
            <p:cNvSpPr/>
            <p:nvPr/>
          </p:nvSpPr>
          <p:spPr>
            <a:xfrm>
              <a:off x="2724288" y="378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45800BE-0587-6FB8-29DA-76F6C19EACD1}"/>
                </a:ext>
              </a:extLst>
            </p:cNvPr>
            <p:cNvSpPr/>
            <p:nvPr/>
          </p:nvSpPr>
          <p:spPr>
            <a:xfrm>
              <a:off x="344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D4ADC79-3557-C462-FD3B-7F824FF7B7B4}"/>
                </a:ext>
              </a:extLst>
            </p:cNvPr>
            <p:cNvSpPr/>
            <p:nvPr/>
          </p:nvSpPr>
          <p:spPr>
            <a:xfrm>
              <a:off x="416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E429EBD-9306-80C6-E3F7-4C21B02DABBA}"/>
                </a:ext>
              </a:extLst>
            </p:cNvPr>
            <p:cNvSpPr/>
            <p:nvPr/>
          </p:nvSpPr>
          <p:spPr>
            <a:xfrm>
              <a:off x="1284288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CD20137-2788-452A-34E1-A2B32773D8FA}"/>
                </a:ext>
              </a:extLst>
            </p:cNvPr>
            <p:cNvSpPr/>
            <p:nvPr/>
          </p:nvSpPr>
          <p:spPr>
            <a:xfrm>
              <a:off x="2004288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9EFE636-3130-871C-848F-A45698BACAEC}"/>
                </a:ext>
              </a:extLst>
            </p:cNvPr>
            <p:cNvSpPr/>
            <p:nvPr/>
          </p:nvSpPr>
          <p:spPr>
            <a:xfrm>
              <a:off x="2724288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2AF194B-31F7-163D-C062-5D437902004D}"/>
                </a:ext>
              </a:extLst>
            </p:cNvPr>
            <p:cNvSpPr/>
            <p:nvPr/>
          </p:nvSpPr>
          <p:spPr>
            <a:xfrm>
              <a:off x="3444288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ADFA123-ED8F-AC54-0D2D-C0AB771AF92E}"/>
                </a:ext>
              </a:extLst>
            </p:cNvPr>
            <p:cNvSpPr/>
            <p:nvPr/>
          </p:nvSpPr>
          <p:spPr>
            <a:xfrm>
              <a:off x="4164288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F033709-344D-C756-69AB-204E1F73EE5F}"/>
                </a:ext>
              </a:extLst>
            </p:cNvPr>
            <p:cNvSpPr/>
            <p:nvPr/>
          </p:nvSpPr>
          <p:spPr>
            <a:xfrm>
              <a:off x="6324288" y="11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C0436FA-591A-492F-0780-D7BD81430D77}"/>
                </a:ext>
              </a:extLst>
            </p:cNvPr>
            <p:cNvSpPr/>
            <p:nvPr/>
          </p:nvSpPr>
          <p:spPr>
            <a:xfrm>
              <a:off x="6324288" y="135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A46E776-3805-7FA8-479B-A47F4BB01217}"/>
                </a:ext>
              </a:extLst>
            </p:cNvPr>
            <p:cNvSpPr/>
            <p:nvPr/>
          </p:nvSpPr>
          <p:spPr>
            <a:xfrm>
              <a:off x="6324288" y="15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3823E63-C644-0B08-C521-2B135C0E0A41}"/>
                </a:ext>
              </a:extLst>
            </p:cNvPr>
            <p:cNvSpPr/>
            <p:nvPr/>
          </p:nvSpPr>
          <p:spPr>
            <a:xfrm>
              <a:off x="6324288" y="171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4A070EF-82C9-E694-075F-6B2BF63EB8BA}"/>
                </a:ext>
              </a:extLst>
            </p:cNvPr>
            <p:cNvSpPr/>
            <p:nvPr/>
          </p:nvSpPr>
          <p:spPr>
            <a:xfrm>
              <a:off x="6324288" y="18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DF357AF-ABB7-7953-56F4-95E5E12B7AD6}"/>
                </a:ext>
              </a:extLst>
            </p:cNvPr>
            <p:cNvSpPr/>
            <p:nvPr/>
          </p:nvSpPr>
          <p:spPr>
            <a:xfrm>
              <a:off x="6324288" y="20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1F93C6A-AC00-7F32-DBE7-920692632A29}"/>
                </a:ext>
              </a:extLst>
            </p:cNvPr>
            <p:cNvSpPr/>
            <p:nvPr/>
          </p:nvSpPr>
          <p:spPr>
            <a:xfrm>
              <a:off x="6324288" y="22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DE04FA5-FA3B-379C-F7A0-7C0471796384}"/>
                </a:ext>
              </a:extLst>
            </p:cNvPr>
            <p:cNvSpPr/>
            <p:nvPr/>
          </p:nvSpPr>
          <p:spPr>
            <a:xfrm>
              <a:off x="6324288" y="24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7F86987-E2ED-2E13-B306-82F7E67DB46C}"/>
                </a:ext>
              </a:extLst>
            </p:cNvPr>
            <p:cNvSpPr/>
            <p:nvPr/>
          </p:nvSpPr>
          <p:spPr>
            <a:xfrm>
              <a:off x="6324288" y="261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E252866-E1A0-813B-6EFF-8AB4FD16FE18}"/>
                </a:ext>
              </a:extLst>
            </p:cNvPr>
            <p:cNvSpPr/>
            <p:nvPr/>
          </p:nvSpPr>
          <p:spPr>
            <a:xfrm>
              <a:off x="6324288" y="27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9C23314-51E8-87A1-508D-B46DFEA91FF5}"/>
                </a:ext>
              </a:extLst>
            </p:cNvPr>
            <p:cNvSpPr/>
            <p:nvPr/>
          </p:nvSpPr>
          <p:spPr>
            <a:xfrm>
              <a:off x="6324288" y="29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148A06F-AFD6-79FA-AF40-8F1C3DA5BB82}"/>
                </a:ext>
              </a:extLst>
            </p:cNvPr>
            <p:cNvSpPr/>
            <p:nvPr/>
          </p:nvSpPr>
          <p:spPr>
            <a:xfrm>
              <a:off x="6324288" y="31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3609D35-92F3-DD8A-394C-F33EE1903FFA}"/>
                </a:ext>
              </a:extLst>
            </p:cNvPr>
            <p:cNvSpPr/>
            <p:nvPr/>
          </p:nvSpPr>
          <p:spPr>
            <a:xfrm>
              <a:off x="6324288" y="33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C5B3328-8BC4-08AE-83F2-A3A2429A31B3}"/>
                </a:ext>
              </a:extLst>
            </p:cNvPr>
            <p:cNvSpPr/>
            <p:nvPr/>
          </p:nvSpPr>
          <p:spPr>
            <a:xfrm>
              <a:off x="6324288" y="351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CC2868C-C44A-6000-7108-BEC7C8530BDF}"/>
                </a:ext>
              </a:extLst>
            </p:cNvPr>
            <p:cNvSpPr/>
            <p:nvPr/>
          </p:nvSpPr>
          <p:spPr>
            <a:xfrm>
              <a:off x="6324288" y="36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BDAE4D6-F124-D1E3-C38E-B675E51BCCD1}"/>
                </a:ext>
              </a:extLst>
            </p:cNvPr>
            <p:cNvSpPr/>
            <p:nvPr/>
          </p:nvSpPr>
          <p:spPr>
            <a:xfrm>
              <a:off x="6324288" y="38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2639A39-E91D-3452-4596-4B4289562093}"/>
                </a:ext>
              </a:extLst>
            </p:cNvPr>
            <p:cNvSpPr/>
            <p:nvPr/>
          </p:nvSpPr>
          <p:spPr>
            <a:xfrm>
              <a:off x="6324288" y="40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9CC9F49-A7AB-F6F1-E07C-4B9D2E71470E}"/>
                </a:ext>
              </a:extLst>
            </p:cNvPr>
            <p:cNvSpPr/>
            <p:nvPr/>
          </p:nvSpPr>
          <p:spPr>
            <a:xfrm>
              <a:off x="6324288" y="42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EB4BDD3-DDC3-CDF3-F7C6-5AAF04A5A27D}"/>
                </a:ext>
              </a:extLst>
            </p:cNvPr>
            <p:cNvSpPr/>
            <p:nvPr/>
          </p:nvSpPr>
          <p:spPr>
            <a:xfrm>
              <a:off x="6324288" y="441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984B1BA-9D3F-8615-CE36-7A32E2478675}"/>
                </a:ext>
              </a:extLst>
            </p:cNvPr>
            <p:cNvSpPr/>
            <p:nvPr/>
          </p:nvSpPr>
          <p:spPr>
            <a:xfrm>
              <a:off x="6324288" y="45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90D0BF3-71D6-A298-66C4-F7EE4E0533E2}"/>
                </a:ext>
              </a:extLst>
            </p:cNvPr>
            <p:cNvSpPr/>
            <p:nvPr/>
          </p:nvSpPr>
          <p:spPr>
            <a:xfrm>
              <a:off x="6324288" y="47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253207D-0EBB-A12A-73F4-4808E5FD194F}"/>
                </a:ext>
              </a:extLst>
            </p:cNvPr>
            <p:cNvSpPr/>
            <p:nvPr/>
          </p:nvSpPr>
          <p:spPr>
            <a:xfrm>
              <a:off x="6324288" y="495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4928BED-41C7-98B9-AECE-327108BDEFCA}"/>
                </a:ext>
              </a:extLst>
            </p:cNvPr>
            <p:cNvSpPr/>
            <p:nvPr/>
          </p:nvSpPr>
          <p:spPr>
            <a:xfrm>
              <a:off x="6324288" y="51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A61D173-5DA6-0BAB-26DF-33259CAC147B}"/>
                </a:ext>
              </a:extLst>
            </p:cNvPr>
            <p:cNvSpPr/>
            <p:nvPr/>
          </p:nvSpPr>
          <p:spPr>
            <a:xfrm>
              <a:off x="6324288" y="531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F036C77-A4F0-F0AE-12BA-5DB2E073349B}"/>
                </a:ext>
              </a:extLst>
            </p:cNvPr>
            <p:cNvSpPr/>
            <p:nvPr/>
          </p:nvSpPr>
          <p:spPr>
            <a:xfrm>
              <a:off x="6324288" y="54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C93B7987-51E0-B2D3-E2F0-3FAB77FFA242}"/>
                </a:ext>
              </a:extLst>
            </p:cNvPr>
            <p:cNvSpPr/>
            <p:nvPr/>
          </p:nvSpPr>
          <p:spPr>
            <a:xfrm>
              <a:off x="5244288" y="3249000"/>
              <a:ext cx="720000" cy="360000"/>
            </a:xfrm>
            <a:prstGeom prst="rightArrow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400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4092-F472-2E5E-DED6-894F7D44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B38D9-AC85-77AC-5D87-A2A32AD0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데이터 형상 무시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463643-9798-0654-40F8-9AF54EC90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한계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2CF0282-5B38-AAFA-82B5-40BCABD1C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F3C612F-9440-5DD7-79CE-9C52168EAB91}"/>
              </a:ext>
            </a:extLst>
          </p:cNvPr>
          <p:cNvGrpSpPr/>
          <p:nvPr/>
        </p:nvGrpSpPr>
        <p:grpSpPr>
          <a:xfrm>
            <a:off x="3528862" y="1429031"/>
            <a:ext cx="5220000" cy="4500000"/>
            <a:chOff x="1284288" y="1179000"/>
            <a:chExt cx="5220000" cy="4500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271FD4-29F4-FF47-A99B-4D57B4347408}"/>
                </a:ext>
              </a:extLst>
            </p:cNvPr>
            <p:cNvSpPr/>
            <p:nvPr/>
          </p:nvSpPr>
          <p:spPr>
            <a:xfrm>
              <a:off x="1284288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0872DD-47A9-2C53-67FF-72C1CEDFD683}"/>
                </a:ext>
              </a:extLst>
            </p:cNvPr>
            <p:cNvSpPr/>
            <p:nvPr/>
          </p:nvSpPr>
          <p:spPr>
            <a:xfrm>
              <a:off x="2004288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EFA12A-258A-E1D5-2F95-4824D17989ED}"/>
                </a:ext>
              </a:extLst>
            </p:cNvPr>
            <p:cNvSpPr/>
            <p:nvPr/>
          </p:nvSpPr>
          <p:spPr>
            <a:xfrm>
              <a:off x="2724288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2BD551A-DA9A-AE54-25B6-9D5310F9F2A8}"/>
                </a:ext>
              </a:extLst>
            </p:cNvPr>
            <p:cNvSpPr/>
            <p:nvPr/>
          </p:nvSpPr>
          <p:spPr>
            <a:xfrm>
              <a:off x="3444288" y="162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2DED6C1-53C4-9D68-552D-731A231F1D5D}"/>
                </a:ext>
              </a:extLst>
            </p:cNvPr>
            <p:cNvSpPr/>
            <p:nvPr/>
          </p:nvSpPr>
          <p:spPr>
            <a:xfrm>
              <a:off x="4164288" y="162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9E54AAF-0BF0-F054-2329-5DBF59DE0A3E}"/>
                </a:ext>
              </a:extLst>
            </p:cNvPr>
            <p:cNvSpPr/>
            <p:nvPr/>
          </p:nvSpPr>
          <p:spPr>
            <a:xfrm>
              <a:off x="128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9B69E0F-5369-32B5-E636-7BFB30AE920D}"/>
                </a:ext>
              </a:extLst>
            </p:cNvPr>
            <p:cNvSpPr/>
            <p:nvPr/>
          </p:nvSpPr>
          <p:spPr>
            <a:xfrm>
              <a:off x="200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FE7A2B0-84DF-1C18-F0B7-E5A1014C7A2C}"/>
                </a:ext>
              </a:extLst>
            </p:cNvPr>
            <p:cNvSpPr/>
            <p:nvPr/>
          </p:nvSpPr>
          <p:spPr>
            <a:xfrm>
              <a:off x="272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38574E1-DD10-6812-E57C-76566B311F57}"/>
                </a:ext>
              </a:extLst>
            </p:cNvPr>
            <p:cNvSpPr/>
            <p:nvPr/>
          </p:nvSpPr>
          <p:spPr>
            <a:xfrm>
              <a:off x="3444288" y="234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98B91EC-6A52-3E76-F756-10A0BE0432BF}"/>
                </a:ext>
              </a:extLst>
            </p:cNvPr>
            <p:cNvSpPr/>
            <p:nvPr/>
          </p:nvSpPr>
          <p:spPr>
            <a:xfrm>
              <a:off x="4164288" y="234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65B12A7-E817-15DD-7CA0-288541E5AA99}"/>
                </a:ext>
              </a:extLst>
            </p:cNvPr>
            <p:cNvSpPr/>
            <p:nvPr/>
          </p:nvSpPr>
          <p:spPr>
            <a:xfrm>
              <a:off x="128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D408A3-DE61-D541-3CC8-BE7B0B6809B2}"/>
                </a:ext>
              </a:extLst>
            </p:cNvPr>
            <p:cNvSpPr/>
            <p:nvPr/>
          </p:nvSpPr>
          <p:spPr>
            <a:xfrm>
              <a:off x="200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9B2D03D-4025-C925-D369-64379E65B778}"/>
                </a:ext>
              </a:extLst>
            </p:cNvPr>
            <p:cNvSpPr/>
            <p:nvPr/>
          </p:nvSpPr>
          <p:spPr>
            <a:xfrm>
              <a:off x="272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AA0D751-1EC4-835A-0926-F6203C149099}"/>
                </a:ext>
              </a:extLst>
            </p:cNvPr>
            <p:cNvSpPr/>
            <p:nvPr/>
          </p:nvSpPr>
          <p:spPr>
            <a:xfrm>
              <a:off x="3444288" y="306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F509BEE-9B61-325A-5F19-2D2C97997CB8}"/>
                </a:ext>
              </a:extLst>
            </p:cNvPr>
            <p:cNvSpPr/>
            <p:nvPr/>
          </p:nvSpPr>
          <p:spPr>
            <a:xfrm>
              <a:off x="4164288" y="306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BAE3824-1C17-8FB0-DD46-DADAFF9E1BB1}"/>
                </a:ext>
              </a:extLst>
            </p:cNvPr>
            <p:cNvSpPr/>
            <p:nvPr/>
          </p:nvSpPr>
          <p:spPr>
            <a:xfrm>
              <a:off x="128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23530BC-A274-D837-66E2-3FB7F854BDEC}"/>
                </a:ext>
              </a:extLst>
            </p:cNvPr>
            <p:cNvSpPr/>
            <p:nvPr/>
          </p:nvSpPr>
          <p:spPr>
            <a:xfrm>
              <a:off x="200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C2999E6-126C-51A0-DBF7-374609C1617A}"/>
                </a:ext>
              </a:extLst>
            </p:cNvPr>
            <p:cNvSpPr/>
            <p:nvPr/>
          </p:nvSpPr>
          <p:spPr>
            <a:xfrm>
              <a:off x="272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5A364DA-5FFA-570B-3C7F-28171E982084}"/>
                </a:ext>
              </a:extLst>
            </p:cNvPr>
            <p:cNvSpPr/>
            <p:nvPr/>
          </p:nvSpPr>
          <p:spPr>
            <a:xfrm>
              <a:off x="3444288" y="378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4B081A4-F597-474F-8506-A72D2282CBAE}"/>
                </a:ext>
              </a:extLst>
            </p:cNvPr>
            <p:cNvSpPr/>
            <p:nvPr/>
          </p:nvSpPr>
          <p:spPr>
            <a:xfrm>
              <a:off x="4164288" y="378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7DB208A-8A7F-53B7-01B2-623749B9A64A}"/>
                </a:ext>
              </a:extLst>
            </p:cNvPr>
            <p:cNvSpPr/>
            <p:nvPr/>
          </p:nvSpPr>
          <p:spPr>
            <a:xfrm>
              <a:off x="1284288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EB3B50B-852A-758B-E743-C87C77EC81BB}"/>
                </a:ext>
              </a:extLst>
            </p:cNvPr>
            <p:cNvSpPr/>
            <p:nvPr/>
          </p:nvSpPr>
          <p:spPr>
            <a:xfrm>
              <a:off x="2004288" y="4509000"/>
              <a:ext cx="720000" cy="72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3D72D25-C8BE-5155-744E-D9D65159C481}"/>
                </a:ext>
              </a:extLst>
            </p:cNvPr>
            <p:cNvSpPr/>
            <p:nvPr/>
          </p:nvSpPr>
          <p:spPr>
            <a:xfrm>
              <a:off x="2724288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560EDDD-76D0-C15E-7822-6858C3613C06}"/>
                </a:ext>
              </a:extLst>
            </p:cNvPr>
            <p:cNvSpPr/>
            <p:nvPr/>
          </p:nvSpPr>
          <p:spPr>
            <a:xfrm>
              <a:off x="3444288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23306D0-8667-D55A-218E-3548C1A24258}"/>
                </a:ext>
              </a:extLst>
            </p:cNvPr>
            <p:cNvSpPr/>
            <p:nvPr/>
          </p:nvSpPr>
          <p:spPr>
            <a:xfrm>
              <a:off x="4164288" y="4509000"/>
              <a:ext cx="720000" cy="72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ECEA3D0-9DCD-90C9-7E0E-C6B1A2658DD1}"/>
                </a:ext>
              </a:extLst>
            </p:cNvPr>
            <p:cNvSpPr/>
            <p:nvPr/>
          </p:nvSpPr>
          <p:spPr>
            <a:xfrm>
              <a:off x="6324288" y="11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D2A7BDB-7668-F38A-CEE9-A3A6ED62579E}"/>
                </a:ext>
              </a:extLst>
            </p:cNvPr>
            <p:cNvSpPr/>
            <p:nvPr/>
          </p:nvSpPr>
          <p:spPr>
            <a:xfrm>
              <a:off x="6324288" y="13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78ECC22-9EF0-02D0-8A14-37B904E722F9}"/>
                </a:ext>
              </a:extLst>
            </p:cNvPr>
            <p:cNvSpPr/>
            <p:nvPr/>
          </p:nvSpPr>
          <p:spPr>
            <a:xfrm>
              <a:off x="6324288" y="15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B4608E8-7718-DD9F-46E6-8AA73DB2ACCD}"/>
                </a:ext>
              </a:extLst>
            </p:cNvPr>
            <p:cNvSpPr/>
            <p:nvPr/>
          </p:nvSpPr>
          <p:spPr>
            <a:xfrm>
              <a:off x="6324288" y="171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088CF51-5BD2-64F9-356F-6A55D9F04191}"/>
                </a:ext>
              </a:extLst>
            </p:cNvPr>
            <p:cNvSpPr/>
            <p:nvPr/>
          </p:nvSpPr>
          <p:spPr>
            <a:xfrm>
              <a:off x="6324288" y="18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3DAD35D-A654-1F33-84B8-5AF74C5E59A9}"/>
                </a:ext>
              </a:extLst>
            </p:cNvPr>
            <p:cNvSpPr/>
            <p:nvPr/>
          </p:nvSpPr>
          <p:spPr>
            <a:xfrm>
              <a:off x="6324288" y="20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4D6A2BB-9D07-5C8B-90B0-0D2CEFA04C85}"/>
                </a:ext>
              </a:extLst>
            </p:cNvPr>
            <p:cNvSpPr/>
            <p:nvPr/>
          </p:nvSpPr>
          <p:spPr>
            <a:xfrm>
              <a:off x="6324288" y="22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17B45A0-1711-0C7D-2127-A3D73CDEC307}"/>
                </a:ext>
              </a:extLst>
            </p:cNvPr>
            <p:cNvSpPr/>
            <p:nvPr/>
          </p:nvSpPr>
          <p:spPr>
            <a:xfrm>
              <a:off x="6324288" y="243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E98D092-4B98-2759-3639-161E8236FB3A}"/>
                </a:ext>
              </a:extLst>
            </p:cNvPr>
            <p:cNvSpPr/>
            <p:nvPr/>
          </p:nvSpPr>
          <p:spPr>
            <a:xfrm>
              <a:off x="6324288" y="261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A9F328D-C5F4-C89E-F218-611680647D82}"/>
                </a:ext>
              </a:extLst>
            </p:cNvPr>
            <p:cNvSpPr/>
            <p:nvPr/>
          </p:nvSpPr>
          <p:spPr>
            <a:xfrm>
              <a:off x="6324288" y="27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155793F-39DA-EAFA-0259-BB8C025171FD}"/>
                </a:ext>
              </a:extLst>
            </p:cNvPr>
            <p:cNvSpPr/>
            <p:nvPr/>
          </p:nvSpPr>
          <p:spPr>
            <a:xfrm>
              <a:off x="6324288" y="29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0C740B9-E9BB-3FD0-21C6-8F2CB9330130}"/>
                </a:ext>
              </a:extLst>
            </p:cNvPr>
            <p:cNvSpPr/>
            <p:nvPr/>
          </p:nvSpPr>
          <p:spPr>
            <a:xfrm>
              <a:off x="6324288" y="31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F183024-21CD-5B88-F31A-D18B541FD371}"/>
                </a:ext>
              </a:extLst>
            </p:cNvPr>
            <p:cNvSpPr/>
            <p:nvPr/>
          </p:nvSpPr>
          <p:spPr>
            <a:xfrm>
              <a:off x="6324288" y="333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55760D-19F6-1692-F9D4-1FB28F550C60}"/>
                </a:ext>
              </a:extLst>
            </p:cNvPr>
            <p:cNvSpPr/>
            <p:nvPr/>
          </p:nvSpPr>
          <p:spPr>
            <a:xfrm>
              <a:off x="6324288" y="351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B745586-0439-9DA3-1FAC-8AE58230F636}"/>
                </a:ext>
              </a:extLst>
            </p:cNvPr>
            <p:cNvSpPr/>
            <p:nvPr/>
          </p:nvSpPr>
          <p:spPr>
            <a:xfrm>
              <a:off x="6324288" y="36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2713875-2F84-C2E3-FF6A-7FDA97478116}"/>
                </a:ext>
              </a:extLst>
            </p:cNvPr>
            <p:cNvSpPr/>
            <p:nvPr/>
          </p:nvSpPr>
          <p:spPr>
            <a:xfrm>
              <a:off x="6324288" y="38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8F2246B-3011-1F2C-F79B-44A2D000010A}"/>
                </a:ext>
              </a:extLst>
            </p:cNvPr>
            <p:cNvSpPr/>
            <p:nvPr/>
          </p:nvSpPr>
          <p:spPr>
            <a:xfrm>
              <a:off x="6324288" y="40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232694C-B06E-1BAD-F161-95DF30CA10C2}"/>
                </a:ext>
              </a:extLst>
            </p:cNvPr>
            <p:cNvSpPr/>
            <p:nvPr/>
          </p:nvSpPr>
          <p:spPr>
            <a:xfrm>
              <a:off x="6324288" y="423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628EF78-E2D1-1DCD-BE67-C83327CD6C7C}"/>
                </a:ext>
              </a:extLst>
            </p:cNvPr>
            <p:cNvSpPr/>
            <p:nvPr/>
          </p:nvSpPr>
          <p:spPr>
            <a:xfrm>
              <a:off x="6324288" y="441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AEFE1C7-DC7B-1207-08BF-52AAD9D16431}"/>
                </a:ext>
              </a:extLst>
            </p:cNvPr>
            <p:cNvSpPr/>
            <p:nvPr/>
          </p:nvSpPr>
          <p:spPr>
            <a:xfrm>
              <a:off x="6324288" y="459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8EE664F-DA22-D562-F1EF-6BB95E6C0543}"/>
                </a:ext>
              </a:extLst>
            </p:cNvPr>
            <p:cNvSpPr/>
            <p:nvPr/>
          </p:nvSpPr>
          <p:spPr>
            <a:xfrm>
              <a:off x="6324288" y="477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035B48D-7C07-7585-F2D8-86CA16CBAC94}"/>
                </a:ext>
              </a:extLst>
            </p:cNvPr>
            <p:cNvSpPr/>
            <p:nvPr/>
          </p:nvSpPr>
          <p:spPr>
            <a:xfrm>
              <a:off x="6324288" y="4959000"/>
              <a:ext cx="180000" cy="18000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BED69A1-F331-5F3E-398D-D881DF086E63}"/>
                </a:ext>
              </a:extLst>
            </p:cNvPr>
            <p:cNvSpPr/>
            <p:nvPr/>
          </p:nvSpPr>
          <p:spPr>
            <a:xfrm>
              <a:off x="6324288" y="513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648736B-D4CF-F984-ED58-05379B85BA2F}"/>
                </a:ext>
              </a:extLst>
            </p:cNvPr>
            <p:cNvSpPr/>
            <p:nvPr/>
          </p:nvSpPr>
          <p:spPr>
            <a:xfrm>
              <a:off x="6324288" y="531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504F574-878E-E7BB-D090-3A173F15CCE4}"/>
                </a:ext>
              </a:extLst>
            </p:cNvPr>
            <p:cNvSpPr/>
            <p:nvPr/>
          </p:nvSpPr>
          <p:spPr>
            <a:xfrm>
              <a:off x="6324288" y="5499000"/>
              <a:ext cx="180000" cy="1800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6B4A1CD9-7D14-FEEB-94DE-C9A0AF6F210A}"/>
                </a:ext>
              </a:extLst>
            </p:cNvPr>
            <p:cNvSpPr/>
            <p:nvPr/>
          </p:nvSpPr>
          <p:spPr>
            <a:xfrm>
              <a:off x="5244288" y="3249000"/>
              <a:ext cx="720000" cy="360000"/>
            </a:xfrm>
            <a:prstGeom prst="rightArrow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7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278E-E2C4-FC18-5B48-F7655598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CE2A6-1720-14FC-B289-3830DE96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데이터 형상 무시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C2151A-C756-8492-D2CC-5FB8D4871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한계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DFAB166-035C-1E1D-28E4-0C4BC0893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괜찮아요 한글 어순은 틀려도 다 알아들어요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한글 어순은 틀려도 괜찮아요 다 알아들어요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 알아들어요 괜찮아요 한글 어순은 틀려도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전부 다 알아들어요 괜찮아요 한글 어순은 틀려도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37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AA91-2685-9CFA-F692-E319218B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6B5AF-5C8F-3DBA-FC1A-6EF83342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CF5E00-76DD-F727-02FC-19EE8F65C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내용 개체 틀 2">
                <a:extLst>
                  <a:ext uri="{FF2B5EF4-FFF2-40B4-BE49-F238E27FC236}">
                    <a16:creationId xmlns:a16="http://schemas.microsoft.com/office/drawing/2014/main" id="{C6B46B6D-C3D0-78DF-0582-6BB5B437D5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625" y="1181100"/>
                <a:ext cx="11420475" cy="4995863"/>
              </a:xfrm>
            </p:spPr>
            <p:txBody>
              <a:bodyPr>
                <a:normAutofit/>
              </a:bodyPr>
              <a:lstStyle/>
              <a:p>
                <a:endPara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ko-K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Convolution (</a:t>
                </a:r>
                <a:r>
                  <a:rPr lang="ko-KR" alt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합성곱</a:t>
                </a:r>
                <a:r>
                  <a:rPr lang="en-US" altLang="ko-K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lvl="1"/>
                <a:r>
                  <a:rPr lang="ko-KR" alt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두 함수를 곱해서 합한다</a:t>
                </a:r>
                <a:endPara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nary>
                      <m:nary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∞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𝜏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𝜏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altLang="ko-KR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3" name="내용 개체 틀 2">
                <a:extLst>
                  <a:ext uri="{FF2B5EF4-FFF2-40B4-BE49-F238E27FC236}">
                    <a16:creationId xmlns:a16="http://schemas.microsoft.com/office/drawing/2014/main" id="{C6B46B6D-C3D0-78DF-0582-6BB5B437D5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5" y="1181100"/>
                <a:ext cx="11420475" cy="4995863"/>
              </a:xfrm>
              <a:blipFill>
                <a:blip r:embed="rId2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0" name="그림 119">
            <a:extLst>
              <a:ext uri="{FF2B5EF4-FFF2-40B4-BE49-F238E27FC236}">
                <a16:creationId xmlns:a16="http://schemas.microsoft.com/office/drawing/2014/main" id="{F1305C24-CCF7-03FC-B291-DDE6FAB12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62" y="2900185"/>
            <a:ext cx="5400000" cy="155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61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78D9-CD4B-1215-0E72-726FEA93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EEEEE-F6A1-D939-463F-C2401B05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E577D5-D844-1BA1-13AB-7A62117BB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43DF84D-FADD-6F37-17B6-2AC129202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2607CF5-FB56-BD09-DE1F-428BCF1AFB53}"/>
              </a:ext>
            </a:extLst>
          </p:cNvPr>
          <p:cNvSpPr/>
          <p:nvPr/>
        </p:nvSpPr>
        <p:spPr>
          <a:xfrm>
            <a:off x="141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8502B5D-4275-99D3-4A36-B956A7A33E5F}"/>
              </a:ext>
            </a:extLst>
          </p:cNvPr>
          <p:cNvSpPr/>
          <p:nvPr/>
        </p:nvSpPr>
        <p:spPr>
          <a:xfrm>
            <a:off x="213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BFE0D1-FEDA-5688-DC6C-E7F8E595F129}"/>
              </a:ext>
            </a:extLst>
          </p:cNvPr>
          <p:cNvSpPr/>
          <p:nvPr/>
        </p:nvSpPr>
        <p:spPr>
          <a:xfrm>
            <a:off x="285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03E030C-C96A-A6CA-2E2F-1FF1BC0008EB}"/>
              </a:ext>
            </a:extLst>
          </p:cNvPr>
          <p:cNvSpPr/>
          <p:nvPr/>
        </p:nvSpPr>
        <p:spPr>
          <a:xfrm>
            <a:off x="357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2C4BC4-53A4-EA88-067A-B51DD065CADE}"/>
              </a:ext>
            </a:extLst>
          </p:cNvPr>
          <p:cNvSpPr/>
          <p:nvPr/>
        </p:nvSpPr>
        <p:spPr>
          <a:xfrm>
            <a:off x="429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52B782D-4323-4718-7997-B722C6F573BA}"/>
              </a:ext>
            </a:extLst>
          </p:cNvPr>
          <p:cNvSpPr/>
          <p:nvPr/>
        </p:nvSpPr>
        <p:spPr>
          <a:xfrm>
            <a:off x="14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D616F8A-DD1E-E6D8-AEA9-594A5D607921}"/>
              </a:ext>
            </a:extLst>
          </p:cNvPr>
          <p:cNvSpPr/>
          <p:nvPr/>
        </p:nvSpPr>
        <p:spPr>
          <a:xfrm>
            <a:off x="21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F599C14-4E9C-E76B-BB52-A49330A5BDF9}"/>
              </a:ext>
            </a:extLst>
          </p:cNvPr>
          <p:cNvSpPr/>
          <p:nvPr/>
        </p:nvSpPr>
        <p:spPr>
          <a:xfrm>
            <a:off x="28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DEDBD3-E268-CBAB-A52D-F72000F70AFF}"/>
              </a:ext>
            </a:extLst>
          </p:cNvPr>
          <p:cNvSpPr/>
          <p:nvPr/>
        </p:nvSpPr>
        <p:spPr>
          <a:xfrm>
            <a:off x="35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0B0FB2-BF05-2ADC-4BBA-A8951E3809A9}"/>
              </a:ext>
            </a:extLst>
          </p:cNvPr>
          <p:cNvSpPr/>
          <p:nvPr/>
        </p:nvSpPr>
        <p:spPr>
          <a:xfrm>
            <a:off x="429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B0126FE-C498-B420-E295-718E8D3770DF}"/>
              </a:ext>
            </a:extLst>
          </p:cNvPr>
          <p:cNvSpPr/>
          <p:nvPr/>
        </p:nvSpPr>
        <p:spPr>
          <a:xfrm>
            <a:off x="14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63D93C-C2C5-D6DE-C5CE-79BF64907161}"/>
              </a:ext>
            </a:extLst>
          </p:cNvPr>
          <p:cNvSpPr/>
          <p:nvPr/>
        </p:nvSpPr>
        <p:spPr>
          <a:xfrm>
            <a:off x="21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86E7DAB-5CFB-C1C7-A619-E6950F3397B0}"/>
              </a:ext>
            </a:extLst>
          </p:cNvPr>
          <p:cNvSpPr/>
          <p:nvPr/>
        </p:nvSpPr>
        <p:spPr>
          <a:xfrm>
            <a:off x="28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B34CDDE-F80C-02A8-3FDB-813A12E9796F}"/>
              </a:ext>
            </a:extLst>
          </p:cNvPr>
          <p:cNvSpPr/>
          <p:nvPr/>
        </p:nvSpPr>
        <p:spPr>
          <a:xfrm>
            <a:off x="35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FDAA1CF-1884-909F-6381-3AEDC0B5E53C}"/>
              </a:ext>
            </a:extLst>
          </p:cNvPr>
          <p:cNvSpPr/>
          <p:nvPr/>
        </p:nvSpPr>
        <p:spPr>
          <a:xfrm>
            <a:off x="429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7C782F1-DE07-66B3-E264-53AB53CEAC86}"/>
              </a:ext>
            </a:extLst>
          </p:cNvPr>
          <p:cNvSpPr/>
          <p:nvPr/>
        </p:nvSpPr>
        <p:spPr>
          <a:xfrm>
            <a:off x="14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A7C95A4-CC06-C1D3-7691-8F8CCC7AB305}"/>
              </a:ext>
            </a:extLst>
          </p:cNvPr>
          <p:cNvSpPr/>
          <p:nvPr/>
        </p:nvSpPr>
        <p:spPr>
          <a:xfrm>
            <a:off x="21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6F5E30-45D7-DB6B-0CCB-F3A7DEEB7B05}"/>
              </a:ext>
            </a:extLst>
          </p:cNvPr>
          <p:cNvSpPr/>
          <p:nvPr/>
        </p:nvSpPr>
        <p:spPr>
          <a:xfrm>
            <a:off x="28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7222B5E-24B7-6541-32CD-D4B44D8BCF28}"/>
              </a:ext>
            </a:extLst>
          </p:cNvPr>
          <p:cNvSpPr/>
          <p:nvPr/>
        </p:nvSpPr>
        <p:spPr>
          <a:xfrm>
            <a:off x="35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CD1E509-1E15-9CC2-F329-0438E4A7AA74}"/>
              </a:ext>
            </a:extLst>
          </p:cNvPr>
          <p:cNvSpPr/>
          <p:nvPr/>
        </p:nvSpPr>
        <p:spPr>
          <a:xfrm>
            <a:off x="429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72C9B70-9656-507D-1617-26389F9AD88A}"/>
              </a:ext>
            </a:extLst>
          </p:cNvPr>
          <p:cNvSpPr/>
          <p:nvPr/>
        </p:nvSpPr>
        <p:spPr>
          <a:xfrm>
            <a:off x="141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6314542-C378-0461-73DA-469E4B68BC10}"/>
              </a:ext>
            </a:extLst>
          </p:cNvPr>
          <p:cNvSpPr/>
          <p:nvPr/>
        </p:nvSpPr>
        <p:spPr>
          <a:xfrm>
            <a:off x="213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248DF78-5CB1-B457-B480-061FD4FBCCB6}"/>
              </a:ext>
            </a:extLst>
          </p:cNvPr>
          <p:cNvSpPr/>
          <p:nvPr/>
        </p:nvSpPr>
        <p:spPr>
          <a:xfrm>
            <a:off x="285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57E91D-5377-11D3-6176-4FA54F330510}"/>
              </a:ext>
            </a:extLst>
          </p:cNvPr>
          <p:cNvSpPr/>
          <p:nvPr/>
        </p:nvSpPr>
        <p:spPr>
          <a:xfrm>
            <a:off x="357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B32EA87-25FD-09F1-8F95-6595ABCC2521}"/>
              </a:ext>
            </a:extLst>
          </p:cNvPr>
          <p:cNvSpPr/>
          <p:nvPr/>
        </p:nvSpPr>
        <p:spPr>
          <a:xfrm>
            <a:off x="429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3C88A4-1C0A-BD0B-9974-DF66A47CE903}"/>
              </a:ext>
            </a:extLst>
          </p:cNvPr>
          <p:cNvSpPr/>
          <p:nvPr/>
        </p:nvSpPr>
        <p:spPr>
          <a:xfrm>
            <a:off x="57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CEF178-92B2-B021-587D-65EC6170DA20}"/>
              </a:ext>
            </a:extLst>
          </p:cNvPr>
          <p:cNvSpPr/>
          <p:nvPr/>
        </p:nvSpPr>
        <p:spPr>
          <a:xfrm>
            <a:off x="64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2D9B0D-EF6C-5D34-60BB-3ED697FD621E}"/>
              </a:ext>
            </a:extLst>
          </p:cNvPr>
          <p:cNvSpPr/>
          <p:nvPr/>
        </p:nvSpPr>
        <p:spPr>
          <a:xfrm>
            <a:off x="71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ABA177F-0435-8A53-AB31-FF0322ED5037}"/>
              </a:ext>
            </a:extLst>
          </p:cNvPr>
          <p:cNvSpPr/>
          <p:nvPr/>
        </p:nvSpPr>
        <p:spPr>
          <a:xfrm>
            <a:off x="57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F7038B-8273-A4C2-55A4-A8B92EA6BE06}"/>
              </a:ext>
            </a:extLst>
          </p:cNvPr>
          <p:cNvSpPr/>
          <p:nvPr/>
        </p:nvSpPr>
        <p:spPr>
          <a:xfrm>
            <a:off x="64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BF95B2-60A3-325D-D4CF-0885418335A0}"/>
              </a:ext>
            </a:extLst>
          </p:cNvPr>
          <p:cNvSpPr/>
          <p:nvPr/>
        </p:nvSpPr>
        <p:spPr>
          <a:xfrm>
            <a:off x="71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8A35CE-E711-4459-0242-EF1E15B32BA5}"/>
              </a:ext>
            </a:extLst>
          </p:cNvPr>
          <p:cNvSpPr/>
          <p:nvPr/>
        </p:nvSpPr>
        <p:spPr>
          <a:xfrm>
            <a:off x="57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D42FBC-FEF3-E4EF-B765-7873088A751B}"/>
              </a:ext>
            </a:extLst>
          </p:cNvPr>
          <p:cNvSpPr/>
          <p:nvPr/>
        </p:nvSpPr>
        <p:spPr>
          <a:xfrm>
            <a:off x="64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DCC154-481A-D72D-3145-814B102F4912}"/>
              </a:ext>
            </a:extLst>
          </p:cNvPr>
          <p:cNvSpPr/>
          <p:nvPr/>
        </p:nvSpPr>
        <p:spPr>
          <a:xfrm>
            <a:off x="71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E06474-163E-F6F5-56FD-C549DDA30828}"/>
              </a:ext>
            </a:extLst>
          </p:cNvPr>
          <p:cNvSpPr/>
          <p:nvPr/>
        </p:nvSpPr>
        <p:spPr>
          <a:xfrm>
            <a:off x="501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923677-CB72-6515-8E65-CE2CE94DD12D}"/>
              </a:ext>
            </a:extLst>
          </p:cNvPr>
          <p:cNvSpPr/>
          <p:nvPr/>
        </p:nvSpPr>
        <p:spPr>
          <a:xfrm>
            <a:off x="789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686205-6E85-C1EC-9AE2-668F4745D913}"/>
              </a:ext>
            </a:extLst>
          </p:cNvPr>
          <p:cNvSpPr/>
          <p:nvPr/>
        </p:nvSpPr>
        <p:spPr>
          <a:xfrm>
            <a:off x="86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58CDC8-C8F0-E5AD-EC69-6EFDC9E0C263}"/>
              </a:ext>
            </a:extLst>
          </p:cNvPr>
          <p:cNvSpPr/>
          <p:nvPr/>
        </p:nvSpPr>
        <p:spPr>
          <a:xfrm>
            <a:off x="93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4AFDCD-31E3-AA85-CFF7-6D9F910A1B6C}"/>
              </a:ext>
            </a:extLst>
          </p:cNvPr>
          <p:cNvSpPr/>
          <p:nvPr/>
        </p:nvSpPr>
        <p:spPr>
          <a:xfrm>
            <a:off x="100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75204C-E188-4453-5B7A-9629328714BF}"/>
              </a:ext>
            </a:extLst>
          </p:cNvPr>
          <p:cNvSpPr/>
          <p:nvPr/>
        </p:nvSpPr>
        <p:spPr>
          <a:xfrm>
            <a:off x="86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881301-9DED-D9C8-E516-8560885AF5DB}"/>
              </a:ext>
            </a:extLst>
          </p:cNvPr>
          <p:cNvSpPr/>
          <p:nvPr/>
        </p:nvSpPr>
        <p:spPr>
          <a:xfrm>
            <a:off x="93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B58A1B-D0D0-226E-5CE7-EA11385DF423}"/>
              </a:ext>
            </a:extLst>
          </p:cNvPr>
          <p:cNvSpPr/>
          <p:nvPr/>
        </p:nvSpPr>
        <p:spPr>
          <a:xfrm>
            <a:off x="100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4381B2-01B5-729D-552B-DDA224F3FA3B}"/>
              </a:ext>
            </a:extLst>
          </p:cNvPr>
          <p:cNvSpPr/>
          <p:nvPr/>
        </p:nvSpPr>
        <p:spPr>
          <a:xfrm>
            <a:off x="86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9B75B0-6F86-481F-EE8C-D3E2A2BE660A}"/>
              </a:ext>
            </a:extLst>
          </p:cNvPr>
          <p:cNvSpPr/>
          <p:nvPr/>
        </p:nvSpPr>
        <p:spPr>
          <a:xfrm>
            <a:off x="93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295BB5-3BDB-2296-A5F6-EBA151BA44B0}"/>
              </a:ext>
            </a:extLst>
          </p:cNvPr>
          <p:cNvSpPr/>
          <p:nvPr/>
        </p:nvSpPr>
        <p:spPr>
          <a:xfrm>
            <a:off x="100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4019F2-282F-49BD-4FB7-E7920773D04A}"/>
              </a:ext>
            </a:extLst>
          </p:cNvPr>
          <p:cNvSpPr txBox="1"/>
          <p:nvPr/>
        </p:nvSpPr>
        <p:spPr>
          <a:xfrm>
            <a:off x="28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F26373-171A-27EB-9557-75C60BA34440}"/>
              </a:ext>
            </a:extLst>
          </p:cNvPr>
          <p:cNvSpPr txBox="1"/>
          <p:nvPr/>
        </p:nvSpPr>
        <p:spPr>
          <a:xfrm>
            <a:off x="64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DC6E09-1927-CD07-9A44-66DFBE660CEC}"/>
              </a:ext>
            </a:extLst>
          </p:cNvPr>
          <p:cNvSpPr txBox="1"/>
          <p:nvPr/>
        </p:nvSpPr>
        <p:spPr>
          <a:xfrm>
            <a:off x="934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09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B56D-4140-970B-385A-6089D9C9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F2D22-5B8A-3A29-8192-28C080B3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BA24AD-6FFB-7C0F-C88A-82A7F148FB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A62D492-EE4C-27E0-AA2B-9A1E444EB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06FFC29-279F-9475-BA3E-A27B76944C1D}"/>
              </a:ext>
            </a:extLst>
          </p:cNvPr>
          <p:cNvSpPr/>
          <p:nvPr/>
        </p:nvSpPr>
        <p:spPr>
          <a:xfrm>
            <a:off x="141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FE47986-0CA1-9DC5-575E-FB79932B9C90}"/>
              </a:ext>
            </a:extLst>
          </p:cNvPr>
          <p:cNvSpPr/>
          <p:nvPr/>
        </p:nvSpPr>
        <p:spPr>
          <a:xfrm>
            <a:off x="213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690B7C2-7894-C138-D95F-A88A6165FA0E}"/>
              </a:ext>
            </a:extLst>
          </p:cNvPr>
          <p:cNvSpPr/>
          <p:nvPr/>
        </p:nvSpPr>
        <p:spPr>
          <a:xfrm>
            <a:off x="285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2B2A743-9969-0A98-348A-969981EE75EA}"/>
              </a:ext>
            </a:extLst>
          </p:cNvPr>
          <p:cNvSpPr/>
          <p:nvPr/>
        </p:nvSpPr>
        <p:spPr>
          <a:xfrm>
            <a:off x="357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6349D9B-49E5-7CD2-3984-314C27839B93}"/>
              </a:ext>
            </a:extLst>
          </p:cNvPr>
          <p:cNvSpPr/>
          <p:nvPr/>
        </p:nvSpPr>
        <p:spPr>
          <a:xfrm>
            <a:off x="429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6D915E7-B249-81E1-EB4F-C5E873AB8DFE}"/>
              </a:ext>
            </a:extLst>
          </p:cNvPr>
          <p:cNvSpPr/>
          <p:nvPr/>
        </p:nvSpPr>
        <p:spPr>
          <a:xfrm>
            <a:off x="14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42AEE4-0647-F7E3-A984-725580440E60}"/>
              </a:ext>
            </a:extLst>
          </p:cNvPr>
          <p:cNvSpPr/>
          <p:nvPr/>
        </p:nvSpPr>
        <p:spPr>
          <a:xfrm>
            <a:off x="21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D95F4B-7E64-2AA0-7B28-425E44F5A61A}"/>
              </a:ext>
            </a:extLst>
          </p:cNvPr>
          <p:cNvSpPr/>
          <p:nvPr/>
        </p:nvSpPr>
        <p:spPr>
          <a:xfrm>
            <a:off x="28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045C507-CD83-4343-D6AF-8702AE87C83A}"/>
              </a:ext>
            </a:extLst>
          </p:cNvPr>
          <p:cNvSpPr/>
          <p:nvPr/>
        </p:nvSpPr>
        <p:spPr>
          <a:xfrm>
            <a:off x="35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BCFD952-B10E-393A-31F3-CB6947C6571C}"/>
              </a:ext>
            </a:extLst>
          </p:cNvPr>
          <p:cNvSpPr/>
          <p:nvPr/>
        </p:nvSpPr>
        <p:spPr>
          <a:xfrm>
            <a:off x="429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F729836-35EC-1BA0-6869-A0C1AAB054C0}"/>
              </a:ext>
            </a:extLst>
          </p:cNvPr>
          <p:cNvSpPr/>
          <p:nvPr/>
        </p:nvSpPr>
        <p:spPr>
          <a:xfrm>
            <a:off x="14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B72D93F-BF1B-C602-CCDE-8B00BF2C85CA}"/>
              </a:ext>
            </a:extLst>
          </p:cNvPr>
          <p:cNvSpPr/>
          <p:nvPr/>
        </p:nvSpPr>
        <p:spPr>
          <a:xfrm>
            <a:off x="21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D311584-9CBA-3BCD-F571-7B2B7C52AC62}"/>
              </a:ext>
            </a:extLst>
          </p:cNvPr>
          <p:cNvSpPr/>
          <p:nvPr/>
        </p:nvSpPr>
        <p:spPr>
          <a:xfrm>
            <a:off x="28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0C6A5A-82B0-ED01-FED5-9F7B0CBF95F0}"/>
              </a:ext>
            </a:extLst>
          </p:cNvPr>
          <p:cNvSpPr/>
          <p:nvPr/>
        </p:nvSpPr>
        <p:spPr>
          <a:xfrm>
            <a:off x="35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FC53F5D-9C3E-8160-E9B3-27BDD9D8FBC2}"/>
              </a:ext>
            </a:extLst>
          </p:cNvPr>
          <p:cNvSpPr/>
          <p:nvPr/>
        </p:nvSpPr>
        <p:spPr>
          <a:xfrm>
            <a:off x="429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86841FE-6DD0-7291-8216-7481ABB55119}"/>
              </a:ext>
            </a:extLst>
          </p:cNvPr>
          <p:cNvSpPr/>
          <p:nvPr/>
        </p:nvSpPr>
        <p:spPr>
          <a:xfrm>
            <a:off x="14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0E03E8B-2E7C-9723-F64E-23777956BD3D}"/>
              </a:ext>
            </a:extLst>
          </p:cNvPr>
          <p:cNvSpPr/>
          <p:nvPr/>
        </p:nvSpPr>
        <p:spPr>
          <a:xfrm>
            <a:off x="21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2E6D06E-82C4-1DBC-DA6D-633BC3573E96}"/>
              </a:ext>
            </a:extLst>
          </p:cNvPr>
          <p:cNvSpPr/>
          <p:nvPr/>
        </p:nvSpPr>
        <p:spPr>
          <a:xfrm>
            <a:off x="28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6E6CCC-CBC7-D60B-1E37-C364D71916AF}"/>
              </a:ext>
            </a:extLst>
          </p:cNvPr>
          <p:cNvSpPr/>
          <p:nvPr/>
        </p:nvSpPr>
        <p:spPr>
          <a:xfrm>
            <a:off x="35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8D2BB1D-9E80-21BA-70B9-9931DB70A1E2}"/>
              </a:ext>
            </a:extLst>
          </p:cNvPr>
          <p:cNvSpPr/>
          <p:nvPr/>
        </p:nvSpPr>
        <p:spPr>
          <a:xfrm>
            <a:off x="429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8615275-B15D-197D-C238-656952BC604E}"/>
              </a:ext>
            </a:extLst>
          </p:cNvPr>
          <p:cNvSpPr/>
          <p:nvPr/>
        </p:nvSpPr>
        <p:spPr>
          <a:xfrm>
            <a:off x="141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ADEFBE2-F7FE-CD67-9254-C2ADE58F319B}"/>
              </a:ext>
            </a:extLst>
          </p:cNvPr>
          <p:cNvSpPr/>
          <p:nvPr/>
        </p:nvSpPr>
        <p:spPr>
          <a:xfrm>
            <a:off x="213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4CDC67-3C3E-3343-57B3-5C48EB5B04D5}"/>
              </a:ext>
            </a:extLst>
          </p:cNvPr>
          <p:cNvSpPr/>
          <p:nvPr/>
        </p:nvSpPr>
        <p:spPr>
          <a:xfrm>
            <a:off x="285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3D0A00B-3A74-CDE1-B29D-1ADEF8198F28}"/>
              </a:ext>
            </a:extLst>
          </p:cNvPr>
          <p:cNvSpPr/>
          <p:nvPr/>
        </p:nvSpPr>
        <p:spPr>
          <a:xfrm>
            <a:off x="357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4BA1F9E-99D2-71CA-EAEE-38F7CAB4827B}"/>
              </a:ext>
            </a:extLst>
          </p:cNvPr>
          <p:cNvSpPr/>
          <p:nvPr/>
        </p:nvSpPr>
        <p:spPr>
          <a:xfrm>
            <a:off x="429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033051-A255-740A-5C9C-FF3DA699C04A}"/>
              </a:ext>
            </a:extLst>
          </p:cNvPr>
          <p:cNvSpPr/>
          <p:nvPr/>
        </p:nvSpPr>
        <p:spPr>
          <a:xfrm>
            <a:off x="57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FB0A7F-6908-144A-B2B6-83C652640FEC}"/>
              </a:ext>
            </a:extLst>
          </p:cNvPr>
          <p:cNvSpPr/>
          <p:nvPr/>
        </p:nvSpPr>
        <p:spPr>
          <a:xfrm>
            <a:off x="64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D325F5-7F00-B619-DB41-2252A986B36B}"/>
              </a:ext>
            </a:extLst>
          </p:cNvPr>
          <p:cNvSpPr/>
          <p:nvPr/>
        </p:nvSpPr>
        <p:spPr>
          <a:xfrm>
            <a:off x="71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C3360A-D83F-568B-CE57-390D5598CD18}"/>
              </a:ext>
            </a:extLst>
          </p:cNvPr>
          <p:cNvSpPr/>
          <p:nvPr/>
        </p:nvSpPr>
        <p:spPr>
          <a:xfrm>
            <a:off x="57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E75AAB0-888A-923E-1EAA-1B0CEF97ED71}"/>
              </a:ext>
            </a:extLst>
          </p:cNvPr>
          <p:cNvSpPr/>
          <p:nvPr/>
        </p:nvSpPr>
        <p:spPr>
          <a:xfrm>
            <a:off x="64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7E7768-7894-94EB-05D8-FA000E233362}"/>
              </a:ext>
            </a:extLst>
          </p:cNvPr>
          <p:cNvSpPr/>
          <p:nvPr/>
        </p:nvSpPr>
        <p:spPr>
          <a:xfrm>
            <a:off x="71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25ECB8-2A46-A1F1-C2D3-E97293ECBA54}"/>
              </a:ext>
            </a:extLst>
          </p:cNvPr>
          <p:cNvSpPr/>
          <p:nvPr/>
        </p:nvSpPr>
        <p:spPr>
          <a:xfrm>
            <a:off x="57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8A73E5-E691-F6E2-5FE6-03141E8C6706}"/>
              </a:ext>
            </a:extLst>
          </p:cNvPr>
          <p:cNvSpPr/>
          <p:nvPr/>
        </p:nvSpPr>
        <p:spPr>
          <a:xfrm>
            <a:off x="64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93289C3-E25F-2E97-4877-244F7EB0A8E8}"/>
              </a:ext>
            </a:extLst>
          </p:cNvPr>
          <p:cNvSpPr/>
          <p:nvPr/>
        </p:nvSpPr>
        <p:spPr>
          <a:xfrm>
            <a:off x="71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6CF4E0-E7E5-E971-4472-A454151D93FC}"/>
              </a:ext>
            </a:extLst>
          </p:cNvPr>
          <p:cNvSpPr/>
          <p:nvPr/>
        </p:nvSpPr>
        <p:spPr>
          <a:xfrm>
            <a:off x="501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2251D8-2696-042E-6D05-ED779BDD5687}"/>
              </a:ext>
            </a:extLst>
          </p:cNvPr>
          <p:cNvSpPr/>
          <p:nvPr/>
        </p:nvSpPr>
        <p:spPr>
          <a:xfrm>
            <a:off x="789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FC6D1C-3F8A-C5E0-EF51-878809ED1E18}"/>
              </a:ext>
            </a:extLst>
          </p:cNvPr>
          <p:cNvSpPr/>
          <p:nvPr/>
        </p:nvSpPr>
        <p:spPr>
          <a:xfrm>
            <a:off x="93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A0F290-5788-EB66-79AD-03BF85E0983B}"/>
              </a:ext>
            </a:extLst>
          </p:cNvPr>
          <p:cNvSpPr/>
          <p:nvPr/>
        </p:nvSpPr>
        <p:spPr>
          <a:xfrm>
            <a:off x="100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26FD32-4421-EEBA-BACD-B139AE511630}"/>
              </a:ext>
            </a:extLst>
          </p:cNvPr>
          <p:cNvSpPr/>
          <p:nvPr/>
        </p:nvSpPr>
        <p:spPr>
          <a:xfrm>
            <a:off x="86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4A3601-20C1-2279-311C-6CDA47C1B23E}"/>
              </a:ext>
            </a:extLst>
          </p:cNvPr>
          <p:cNvSpPr/>
          <p:nvPr/>
        </p:nvSpPr>
        <p:spPr>
          <a:xfrm>
            <a:off x="93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F09A19-7CFE-1727-3B4D-9034E449AA92}"/>
              </a:ext>
            </a:extLst>
          </p:cNvPr>
          <p:cNvSpPr/>
          <p:nvPr/>
        </p:nvSpPr>
        <p:spPr>
          <a:xfrm>
            <a:off x="100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F2728E-5D96-9AD5-CE64-562597FDAC51}"/>
              </a:ext>
            </a:extLst>
          </p:cNvPr>
          <p:cNvSpPr/>
          <p:nvPr/>
        </p:nvSpPr>
        <p:spPr>
          <a:xfrm>
            <a:off x="86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406EDC-484B-41B3-DD0C-10EA29951BF4}"/>
              </a:ext>
            </a:extLst>
          </p:cNvPr>
          <p:cNvSpPr/>
          <p:nvPr/>
        </p:nvSpPr>
        <p:spPr>
          <a:xfrm>
            <a:off x="93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06AE0B-9A06-A2FE-2ECD-1D1FE3AD8DF2}"/>
              </a:ext>
            </a:extLst>
          </p:cNvPr>
          <p:cNvSpPr/>
          <p:nvPr/>
        </p:nvSpPr>
        <p:spPr>
          <a:xfrm>
            <a:off x="100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5D2CCB-5006-2DE9-E74C-D42CDDF5271E}"/>
              </a:ext>
            </a:extLst>
          </p:cNvPr>
          <p:cNvSpPr txBox="1"/>
          <p:nvPr/>
        </p:nvSpPr>
        <p:spPr>
          <a:xfrm>
            <a:off x="28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51FF32-B866-EB0A-1D99-2440EFE3980B}"/>
              </a:ext>
            </a:extLst>
          </p:cNvPr>
          <p:cNvSpPr txBox="1"/>
          <p:nvPr/>
        </p:nvSpPr>
        <p:spPr>
          <a:xfrm>
            <a:off x="64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B99621-548B-8B9A-AE35-AF826E21FE51}"/>
              </a:ext>
            </a:extLst>
          </p:cNvPr>
          <p:cNvSpPr txBox="1"/>
          <p:nvPr/>
        </p:nvSpPr>
        <p:spPr>
          <a:xfrm>
            <a:off x="934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5F9923-2787-D793-6264-FA61045E8B02}"/>
              </a:ext>
            </a:extLst>
          </p:cNvPr>
          <p:cNvSpPr/>
          <p:nvPr/>
        </p:nvSpPr>
        <p:spPr>
          <a:xfrm>
            <a:off x="1416000" y="187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0B2CF1-B607-98F1-1763-8A945E4BD8EF}"/>
              </a:ext>
            </a:extLst>
          </p:cNvPr>
          <p:cNvSpPr/>
          <p:nvPr/>
        </p:nvSpPr>
        <p:spPr>
          <a:xfrm>
            <a:off x="5735999" y="259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A6C14C-5F32-DFAA-5048-BE8EE17E5576}"/>
              </a:ext>
            </a:extLst>
          </p:cNvPr>
          <p:cNvSpPr/>
          <p:nvPr/>
        </p:nvSpPr>
        <p:spPr>
          <a:xfrm>
            <a:off x="8616000" y="2599031"/>
            <a:ext cx="720000" cy="72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923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B7316-6110-D1FD-C78C-D022985F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6AAAF-1E80-BF16-3B64-C7565A0F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11352B-D4F4-38FC-2169-AC3C4AD37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BA4ED76-E653-A9B0-691D-92252B129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42644FD-2B6B-77FB-3357-F0BC08E59A66}"/>
              </a:ext>
            </a:extLst>
          </p:cNvPr>
          <p:cNvSpPr/>
          <p:nvPr/>
        </p:nvSpPr>
        <p:spPr>
          <a:xfrm>
            <a:off x="141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8D827BD-8132-36C2-7796-BF597FAFD760}"/>
              </a:ext>
            </a:extLst>
          </p:cNvPr>
          <p:cNvSpPr/>
          <p:nvPr/>
        </p:nvSpPr>
        <p:spPr>
          <a:xfrm>
            <a:off x="213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434A59A-3D49-1D9F-8BDD-B0F1E294516F}"/>
              </a:ext>
            </a:extLst>
          </p:cNvPr>
          <p:cNvSpPr/>
          <p:nvPr/>
        </p:nvSpPr>
        <p:spPr>
          <a:xfrm>
            <a:off x="285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DECA15D-1D8A-9142-FAF8-16AD5930EFE5}"/>
              </a:ext>
            </a:extLst>
          </p:cNvPr>
          <p:cNvSpPr/>
          <p:nvPr/>
        </p:nvSpPr>
        <p:spPr>
          <a:xfrm>
            <a:off x="357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E298E41-7BCC-CB3C-4CA4-F0A095D48AFD}"/>
              </a:ext>
            </a:extLst>
          </p:cNvPr>
          <p:cNvSpPr/>
          <p:nvPr/>
        </p:nvSpPr>
        <p:spPr>
          <a:xfrm>
            <a:off x="429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7C24E2-FAE3-0C6B-B30D-AE411584B9A4}"/>
              </a:ext>
            </a:extLst>
          </p:cNvPr>
          <p:cNvSpPr/>
          <p:nvPr/>
        </p:nvSpPr>
        <p:spPr>
          <a:xfrm>
            <a:off x="14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CAFE488-494D-1CA4-625F-C8CB75965269}"/>
              </a:ext>
            </a:extLst>
          </p:cNvPr>
          <p:cNvSpPr/>
          <p:nvPr/>
        </p:nvSpPr>
        <p:spPr>
          <a:xfrm>
            <a:off x="21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940974-758C-2D77-3EB0-DA792F19E5BC}"/>
              </a:ext>
            </a:extLst>
          </p:cNvPr>
          <p:cNvSpPr/>
          <p:nvPr/>
        </p:nvSpPr>
        <p:spPr>
          <a:xfrm>
            <a:off x="28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0EF4E21-E95F-CDA8-95E6-5E5B4AC9DAE0}"/>
              </a:ext>
            </a:extLst>
          </p:cNvPr>
          <p:cNvSpPr/>
          <p:nvPr/>
        </p:nvSpPr>
        <p:spPr>
          <a:xfrm>
            <a:off x="35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FCE76B3-E6C0-0F59-A935-2A8ECA9C6D24}"/>
              </a:ext>
            </a:extLst>
          </p:cNvPr>
          <p:cNvSpPr/>
          <p:nvPr/>
        </p:nvSpPr>
        <p:spPr>
          <a:xfrm>
            <a:off x="429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3C464ED-9255-0D29-FDAF-018EAAAF9893}"/>
              </a:ext>
            </a:extLst>
          </p:cNvPr>
          <p:cNvSpPr/>
          <p:nvPr/>
        </p:nvSpPr>
        <p:spPr>
          <a:xfrm>
            <a:off x="14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630EAF-C64D-4C73-076D-1CDB583CF96E}"/>
              </a:ext>
            </a:extLst>
          </p:cNvPr>
          <p:cNvSpPr/>
          <p:nvPr/>
        </p:nvSpPr>
        <p:spPr>
          <a:xfrm>
            <a:off x="21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EC1E33A-78AF-C88D-A4AC-A495EDBAB330}"/>
              </a:ext>
            </a:extLst>
          </p:cNvPr>
          <p:cNvSpPr/>
          <p:nvPr/>
        </p:nvSpPr>
        <p:spPr>
          <a:xfrm>
            <a:off x="28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4FB642-8628-AF0F-0EED-72C1999C1A4D}"/>
              </a:ext>
            </a:extLst>
          </p:cNvPr>
          <p:cNvSpPr/>
          <p:nvPr/>
        </p:nvSpPr>
        <p:spPr>
          <a:xfrm>
            <a:off x="35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5B8472-DB5C-E3A0-38B3-1F83B28CB4B6}"/>
              </a:ext>
            </a:extLst>
          </p:cNvPr>
          <p:cNvSpPr/>
          <p:nvPr/>
        </p:nvSpPr>
        <p:spPr>
          <a:xfrm>
            <a:off x="429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696A715-E541-A8E5-BB70-047E8C75741F}"/>
              </a:ext>
            </a:extLst>
          </p:cNvPr>
          <p:cNvSpPr/>
          <p:nvPr/>
        </p:nvSpPr>
        <p:spPr>
          <a:xfrm>
            <a:off x="14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CF0E270-F258-0126-FEB4-5FE878B127D3}"/>
              </a:ext>
            </a:extLst>
          </p:cNvPr>
          <p:cNvSpPr/>
          <p:nvPr/>
        </p:nvSpPr>
        <p:spPr>
          <a:xfrm>
            <a:off x="21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CBE5F8F-F120-8005-0F60-6B69A724001D}"/>
              </a:ext>
            </a:extLst>
          </p:cNvPr>
          <p:cNvSpPr/>
          <p:nvPr/>
        </p:nvSpPr>
        <p:spPr>
          <a:xfrm>
            <a:off x="28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4C1F66-D6F8-17FC-DAC8-A22951C32DBE}"/>
              </a:ext>
            </a:extLst>
          </p:cNvPr>
          <p:cNvSpPr/>
          <p:nvPr/>
        </p:nvSpPr>
        <p:spPr>
          <a:xfrm>
            <a:off x="35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6B6218F-E0D6-F838-C864-DA428EE34F00}"/>
              </a:ext>
            </a:extLst>
          </p:cNvPr>
          <p:cNvSpPr/>
          <p:nvPr/>
        </p:nvSpPr>
        <p:spPr>
          <a:xfrm>
            <a:off x="429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7E75136-7CDE-01C2-BDE7-FF0062620078}"/>
              </a:ext>
            </a:extLst>
          </p:cNvPr>
          <p:cNvSpPr/>
          <p:nvPr/>
        </p:nvSpPr>
        <p:spPr>
          <a:xfrm>
            <a:off x="141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7181CD7-C3EA-0F01-0CAF-2BBB73B3E5CF}"/>
              </a:ext>
            </a:extLst>
          </p:cNvPr>
          <p:cNvSpPr/>
          <p:nvPr/>
        </p:nvSpPr>
        <p:spPr>
          <a:xfrm>
            <a:off x="213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484C267-7D8B-361F-7503-5AFC24CDE8A0}"/>
              </a:ext>
            </a:extLst>
          </p:cNvPr>
          <p:cNvSpPr/>
          <p:nvPr/>
        </p:nvSpPr>
        <p:spPr>
          <a:xfrm>
            <a:off x="285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1878311-7DFD-AFF6-283F-564883E02649}"/>
              </a:ext>
            </a:extLst>
          </p:cNvPr>
          <p:cNvSpPr/>
          <p:nvPr/>
        </p:nvSpPr>
        <p:spPr>
          <a:xfrm>
            <a:off x="357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DE2DE4F-B24E-0717-8373-1845FE619BE5}"/>
              </a:ext>
            </a:extLst>
          </p:cNvPr>
          <p:cNvSpPr/>
          <p:nvPr/>
        </p:nvSpPr>
        <p:spPr>
          <a:xfrm>
            <a:off x="429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E7BA88-8AC6-FBFD-757E-F74094BA7F06}"/>
              </a:ext>
            </a:extLst>
          </p:cNvPr>
          <p:cNvSpPr/>
          <p:nvPr/>
        </p:nvSpPr>
        <p:spPr>
          <a:xfrm>
            <a:off x="57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E0B0A2-A9E9-9BEF-A2FA-BD8A76BF15A5}"/>
              </a:ext>
            </a:extLst>
          </p:cNvPr>
          <p:cNvSpPr/>
          <p:nvPr/>
        </p:nvSpPr>
        <p:spPr>
          <a:xfrm>
            <a:off x="64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675FA5-B4D6-A4F1-201B-9720729B1AB1}"/>
              </a:ext>
            </a:extLst>
          </p:cNvPr>
          <p:cNvSpPr/>
          <p:nvPr/>
        </p:nvSpPr>
        <p:spPr>
          <a:xfrm>
            <a:off x="71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A59FD31-F119-F729-34C6-72CA0BAB861E}"/>
              </a:ext>
            </a:extLst>
          </p:cNvPr>
          <p:cNvSpPr/>
          <p:nvPr/>
        </p:nvSpPr>
        <p:spPr>
          <a:xfrm>
            <a:off x="57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1622F6-A879-8E37-ABA4-5CD16BA72A4F}"/>
              </a:ext>
            </a:extLst>
          </p:cNvPr>
          <p:cNvSpPr/>
          <p:nvPr/>
        </p:nvSpPr>
        <p:spPr>
          <a:xfrm>
            <a:off x="64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C510FF-2F36-721D-1B4A-6A270E41F8DF}"/>
              </a:ext>
            </a:extLst>
          </p:cNvPr>
          <p:cNvSpPr/>
          <p:nvPr/>
        </p:nvSpPr>
        <p:spPr>
          <a:xfrm>
            <a:off x="71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42E594-AD24-7E08-02BF-F65DEA52A28D}"/>
              </a:ext>
            </a:extLst>
          </p:cNvPr>
          <p:cNvSpPr/>
          <p:nvPr/>
        </p:nvSpPr>
        <p:spPr>
          <a:xfrm>
            <a:off x="57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BF94399-B93C-897B-DAA1-48CB2ECB0E97}"/>
              </a:ext>
            </a:extLst>
          </p:cNvPr>
          <p:cNvSpPr/>
          <p:nvPr/>
        </p:nvSpPr>
        <p:spPr>
          <a:xfrm>
            <a:off x="64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16A222-872A-E2AC-B81F-500B82357367}"/>
              </a:ext>
            </a:extLst>
          </p:cNvPr>
          <p:cNvSpPr/>
          <p:nvPr/>
        </p:nvSpPr>
        <p:spPr>
          <a:xfrm>
            <a:off x="71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A147A9-451E-DA8B-1984-96EC53CE47D6}"/>
              </a:ext>
            </a:extLst>
          </p:cNvPr>
          <p:cNvSpPr/>
          <p:nvPr/>
        </p:nvSpPr>
        <p:spPr>
          <a:xfrm>
            <a:off x="501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CE6847-3D7E-47A2-1E0B-BD9FE349DF4A}"/>
              </a:ext>
            </a:extLst>
          </p:cNvPr>
          <p:cNvSpPr/>
          <p:nvPr/>
        </p:nvSpPr>
        <p:spPr>
          <a:xfrm>
            <a:off x="789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428530-1204-2601-9BC1-05595F1399BB}"/>
              </a:ext>
            </a:extLst>
          </p:cNvPr>
          <p:cNvSpPr/>
          <p:nvPr/>
        </p:nvSpPr>
        <p:spPr>
          <a:xfrm>
            <a:off x="100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1C5958-8D36-BC3B-4CCF-BC64A34B798F}"/>
              </a:ext>
            </a:extLst>
          </p:cNvPr>
          <p:cNvSpPr/>
          <p:nvPr/>
        </p:nvSpPr>
        <p:spPr>
          <a:xfrm>
            <a:off x="86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D2DEE9-A65C-6AA8-7ACA-A4EF895D1B83}"/>
              </a:ext>
            </a:extLst>
          </p:cNvPr>
          <p:cNvSpPr/>
          <p:nvPr/>
        </p:nvSpPr>
        <p:spPr>
          <a:xfrm>
            <a:off x="93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0E337B-9DB0-D156-2DAE-0914EEC213DB}"/>
              </a:ext>
            </a:extLst>
          </p:cNvPr>
          <p:cNvSpPr/>
          <p:nvPr/>
        </p:nvSpPr>
        <p:spPr>
          <a:xfrm>
            <a:off x="100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661F7D-D477-FC30-D40E-2E1AFD50CEEF}"/>
              </a:ext>
            </a:extLst>
          </p:cNvPr>
          <p:cNvSpPr/>
          <p:nvPr/>
        </p:nvSpPr>
        <p:spPr>
          <a:xfrm>
            <a:off x="86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863441-4EAB-9EF4-F2F1-49B4730D4A8F}"/>
              </a:ext>
            </a:extLst>
          </p:cNvPr>
          <p:cNvSpPr/>
          <p:nvPr/>
        </p:nvSpPr>
        <p:spPr>
          <a:xfrm>
            <a:off x="93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59E2F8-3DD2-0EB1-678A-37DFB341E8B7}"/>
              </a:ext>
            </a:extLst>
          </p:cNvPr>
          <p:cNvSpPr/>
          <p:nvPr/>
        </p:nvSpPr>
        <p:spPr>
          <a:xfrm>
            <a:off x="100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CFC8C6-99E6-9BEB-9C3D-61F21E3366B3}"/>
              </a:ext>
            </a:extLst>
          </p:cNvPr>
          <p:cNvSpPr txBox="1"/>
          <p:nvPr/>
        </p:nvSpPr>
        <p:spPr>
          <a:xfrm>
            <a:off x="28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1DDD25-8CA3-8999-FB87-AF9ABE6F0EEE}"/>
              </a:ext>
            </a:extLst>
          </p:cNvPr>
          <p:cNvSpPr txBox="1"/>
          <p:nvPr/>
        </p:nvSpPr>
        <p:spPr>
          <a:xfrm>
            <a:off x="64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200F63-3948-941A-67C2-2228D94B29EB}"/>
              </a:ext>
            </a:extLst>
          </p:cNvPr>
          <p:cNvSpPr txBox="1"/>
          <p:nvPr/>
        </p:nvSpPr>
        <p:spPr>
          <a:xfrm>
            <a:off x="934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AE173A-1662-C5F2-E889-2F0C0963F046}"/>
              </a:ext>
            </a:extLst>
          </p:cNvPr>
          <p:cNvSpPr/>
          <p:nvPr/>
        </p:nvSpPr>
        <p:spPr>
          <a:xfrm>
            <a:off x="2135999" y="187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891511-BFD2-C394-CFA4-4290E9C63A85}"/>
              </a:ext>
            </a:extLst>
          </p:cNvPr>
          <p:cNvSpPr/>
          <p:nvPr/>
        </p:nvSpPr>
        <p:spPr>
          <a:xfrm>
            <a:off x="5735999" y="259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F14871-AB62-FE17-6622-F440AC406039}"/>
              </a:ext>
            </a:extLst>
          </p:cNvPr>
          <p:cNvSpPr/>
          <p:nvPr/>
        </p:nvSpPr>
        <p:spPr>
          <a:xfrm>
            <a:off x="86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A863A0-F705-6710-0546-F68201D5CC97}"/>
              </a:ext>
            </a:extLst>
          </p:cNvPr>
          <p:cNvSpPr/>
          <p:nvPr/>
        </p:nvSpPr>
        <p:spPr>
          <a:xfrm>
            <a:off x="9336000" y="2599031"/>
            <a:ext cx="720000" cy="72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14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028D-014D-4807-763A-26107D97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06DC9-3826-52A7-8104-9E1727A5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355E50-7CFA-2306-4C8E-8E47B9EF6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8BCDFC8-3B03-5AE2-C528-D3CA6813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D22F6A-2ED1-BEAE-08D7-5F2381C76EAB}"/>
              </a:ext>
            </a:extLst>
          </p:cNvPr>
          <p:cNvSpPr/>
          <p:nvPr/>
        </p:nvSpPr>
        <p:spPr>
          <a:xfrm>
            <a:off x="141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E7F2B7A-1DA2-2A4B-E94C-8107822D28E8}"/>
              </a:ext>
            </a:extLst>
          </p:cNvPr>
          <p:cNvSpPr/>
          <p:nvPr/>
        </p:nvSpPr>
        <p:spPr>
          <a:xfrm>
            <a:off x="213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47D52B0-BD6B-CB03-AA8C-FA01C44150B1}"/>
              </a:ext>
            </a:extLst>
          </p:cNvPr>
          <p:cNvSpPr/>
          <p:nvPr/>
        </p:nvSpPr>
        <p:spPr>
          <a:xfrm>
            <a:off x="285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05FA2EA-5F89-1F57-512F-CE78CA01062A}"/>
              </a:ext>
            </a:extLst>
          </p:cNvPr>
          <p:cNvSpPr/>
          <p:nvPr/>
        </p:nvSpPr>
        <p:spPr>
          <a:xfrm>
            <a:off x="357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19D2216-9841-5F53-9EA9-E98330CF7E82}"/>
              </a:ext>
            </a:extLst>
          </p:cNvPr>
          <p:cNvSpPr/>
          <p:nvPr/>
        </p:nvSpPr>
        <p:spPr>
          <a:xfrm>
            <a:off x="429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71A641-6F63-6CB5-330C-26E0E1C59D20}"/>
              </a:ext>
            </a:extLst>
          </p:cNvPr>
          <p:cNvSpPr/>
          <p:nvPr/>
        </p:nvSpPr>
        <p:spPr>
          <a:xfrm>
            <a:off x="14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BC30839-9816-C3A5-05B4-2753D4CFE467}"/>
              </a:ext>
            </a:extLst>
          </p:cNvPr>
          <p:cNvSpPr/>
          <p:nvPr/>
        </p:nvSpPr>
        <p:spPr>
          <a:xfrm>
            <a:off x="21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431373-2955-0C30-6104-6D4DB63A7BBC}"/>
              </a:ext>
            </a:extLst>
          </p:cNvPr>
          <p:cNvSpPr/>
          <p:nvPr/>
        </p:nvSpPr>
        <p:spPr>
          <a:xfrm>
            <a:off x="28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2BE694-6C3E-A455-720B-6D966F6DF1AB}"/>
              </a:ext>
            </a:extLst>
          </p:cNvPr>
          <p:cNvSpPr/>
          <p:nvPr/>
        </p:nvSpPr>
        <p:spPr>
          <a:xfrm>
            <a:off x="35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C25CD94-9A41-9842-DACD-2E215CB80014}"/>
              </a:ext>
            </a:extLst>
          </p:cNvPr>
          <p:cNvSpPr/>
          <p:nvPr/>
        </p:nvSpPr>
        <p:spPr>
          <a:xfrm>
            <a:off x="429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D7D933E-9169-6951-CC11-D91571B01356}"/>
              </a:ext>
            </a:extLst>
          </p:cNvPr>
          <p:cNvSpPr/>
          <p:nvPr/>
        </p:nvSpPr>
        <p:spPr>
          <a:xfrm>
            <a:off x="14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CE8619E-52EC-78A5-FA88-5EA72096BE15}"/>
              </a:ext>
            </a:extLst>
          </p:cNvPr>
          <p:cNvSpPr/>
          <p:nvPr/>
        </p:nvSpPr>
        <p:spPr>
          <a:xfrm>
            <a:off x="21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0D64BB-39E7-9849-0C0D-6F434D99E9EC}"/>
              </a:ext>
            </a:extLst>
          </p:cNvPr>
          <p:cNvSpPr/>
          <p:nvPr/>
        </p:nvSpPr>
        <p:spPr>
          <a:xfrm>
            <a:off x="28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124C48F-7039-A772-7A8D-CEEBBB768C61}"/>
              </a:ext>
            </a:extLst>
          </p:cNvPr>
          <p:cNvSpPr/>
          <p:nvPr/>
        </p:nvSpPr>
        <p:spPr>
          <a:xfrm>
            <a:off x="35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DEC07D6-70EF-E046-5CE4-069A44AE7579}"/>
              </a:ext>
            </a:extLst>
          </p:cNvPr>
          <p:cNvSpPr/>
          <p:nvPr/>
        </p:nvSpPr>
        <p:spPr>
          <a:xfrm>
            <a:off x="429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7F62CD-EFED-00F7-D5C1-AB8646FB422D}"/>
              </a:ext>
            </a:extLst>
          </p:cNvPr>
          <p:cNvSpPr/>
          <p:nvPr/>
        </p:nvSpPr>
        <p:spPr>
          <a:xfrm>
            <a:off x="14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8BFE740-87A0-02DD-D3F0-853EFC03D779}"/>
              </a:ext>
            </a:extLst>
          </p:cNvPr>
          <p:cNvSpPr/>
          <p:nvPr/>
        </p:nvSpPr>
        <p:spPr>
          <a:xfrm>
            <a:off x="21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3DE10E-3285-0300-34F1-A8602FBFA8B7}"/>
              </a:ext>
            </a:extLst>
          </p:cNvPr>
          <p:cNvSpPr/>
          <p:nvPr/>
        </p:nvSpPr>
        <p:spPr>
          <a:xfrm>
            <a:off x="28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8E87CE5-1633-FB2C-135C-D2D3B9A6417F}"/>
              </a:ext>
            </a:extLst>
          </p:cNvPr>
          <p:cNvSpPr/>
          <p:nvPr/>
        </p:nvSpPr>
        <p:spPr>
          <a:xfrm>
            <a:off x="35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3E98541-0E12-E474-454C-80C13309D08F}"/>
              </a:ext>
            </a:extLst>
          </p:cNvPr>
          <p:cNvSpPr/>
          <p:nvPr/>
        </p:nvSpPr>
        <p:spPr>
          <a:xfrm>
            <a:off x="429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D5664D2-6C0E-C542-B37F-617CA0B0F0E2}"/>
              </a:ext>
            </a:extLst>
          </p:cNvPr>
          <p:cNvSpPr/>
          <p:nvPr/>
        </p:nvSpPr>
        <p:spPr>
          <a:xfrm>
            <a:off x="141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37E43E2-B1A8-693E-C353-F4120CA7E7C1}"/>
              </a:ext>
            </a:extLst>
          </p:cNvPr>
          <p:cNvSpPr/>
          <p:nvPr/>
        </p:nvSpPr>
        <p:spPr>
          <a:xfrm>
            <a:off x="213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393CDC0-A86E-AC78-2481-56E55F379897}"/>
              </a:ext>
            </a:extLst>
          </p:cNvPr>
          <p:cNvSpPr/>
          <p:nvPr/>
        </p:nvSpPr>
        <p:spPr>
          <a:xfrm>
            <a:off x="285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2702647-D75A-074F-5CA7-16C21599BA26}"/>
              </a:ext>
            </a:extLst>
          </p:cNvPr>
          <p:cNvSpPr/>
          <p:nvPr/>
        </p:nvSpPr>
        <p:spPr>
          <a:xfrm>
            <a:off x="357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C95543-A716-14E2-F3F0-81846DAB1F17}"/>
              </a:ext>
            </a:extLst>
          </p:cNvPr>
          <p:cNvSpPr/>
          <p:nvPr/>
        </p:nvSpPr>
        <p:spPr>
          <a:xfrm>
            <a:off x="429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9FBC0F-3048-F2C6-D6A4-EDB169D31E55}"/>
              </a:ext>
            </a:extLst>
          </p:cNvPr>
          <p:cNvSpPr/>
          <p:nvPr/>
        </p:nvSpPr>
        <p:spPr>
          <a:xfrm>
            <a:off x="57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1EE665-0DEF-766F-8E86-4C8D10F93490}"/>
              </a:ext>
            </a:extLst>
          </p:cNvPr>
          <p:cNvSpPr/>
          <p:nvPr/>
        </p:nvSpPr>
        <p:spPr>
          <a:xfrm>
            <a:off x="64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44F416-75A4-5404-7FFF-83E9565D05B0}"/>
              </a:ext>
            </a:extLst>
          </p:cNvPr>
          <p:cNvSpPr/>
          <p:nvPr/>
        </p:nvSpPr>
        <p:spPr>
          <a:xfrm>
            <a:off x="71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5727FD-B9BD-0EC9-9D53-E81E9369AEF8}"/>
              </a:ext>
            </a:extLst>
          </p:cNvPr>
          <p:cNvSpPr/>
          <p:nvPr/>
        </p:nvSpPr>
        <p:spPr>
          <a:xfrm>
            <a:off x="57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50FB06-FC7A-B09B-BB64-C24E27CFF17F}"/>
              </a:ext>
            </a:extLst>
          </p:cNvPr>
          <p:cNvSpPr/>
          <p:nvPr/>
        </p:nvSpPr>
        <p:spPr>
          <a:xfrm>
            <a:off x="64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E3DB60-47AA-210F-A510-F0DA5382A5A1}"/>
              </a:ext>
            </a:extLst>
          </p:cNvPr>
          <p:cNvSpPr/>
          <p:nvPr/>
        </p:nvSpPr>
        <p:spPr>
          <a:xfrm>
            <a:off x="71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F5B878-5527-66C2-E4A9-16698A2A4E59}"/>
              </a:ext>
            </a:extLst>
          </p:cNvPr>
          <p:cNvSpPr/>
          <p:nvPr/>
        </p:nvSpPr>
        <p:spPr>
          <a:xfrm>
            <a:off x="57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4EAE335-C236-4731-A47B-C98E0EFF70EF}"/>
              </a:ext>
            </a:extLst>
          </p:cNvPr>
          <p:cNvSpPr/>
          <p:nvPr/>
        </p:nvSpPr>
        <p:spPr>
          <a:xfrm>
            <a:off x="64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2A9EF8D-1B02-FFC3-E203-E437DDEE1715}"/>
              </a:ext>
            </a:extLst>
          </p:cNvPr>
          <p:cNvSpPr/>
          <p:nvPr/>
        </p:nvSpPr>
        <p:spPr>
          <a:xfrm>
            <a:off x="71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7149D9-3EB4-2903-4116-D5D301B92CDB}"/>
              </a:ext>
            </a:extLst>
          </p:cNvPr>
          <p:cNvSpPr/>
          <p:nvPr/>
        </p:nvSpPr>
        <p:spPr>
          <a:xfrm>
            <a:off x="501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8DB858-51BF-113D-71FA-C71863BABF5E}"/>
              </a:ext>
            </a:extLst>
          </p:cNvPr>
          <p:cNvSpPr/>
          <p:nvPr/>
        </p:nvSpPr>
        <p:spPr>
          <a:xfrm>
            <a:off x="789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A94D41-0306-C6A5-1D73-B89A5B263253}"/>
              </a:ext>
            </a:extLst>
          </p:cNvPr>
          <p:cNvSpPr/>
          <p:nvPr/>
        </p:nvSpPr>
        <p:spPr>
          <a:xfrm>
            <a:off x="86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CA7DC8-B351-4D69-6383-6561474124A0}"/>
              </a:ext>
            </a:extLst>
          </p:cNvPr>
          <p:cNvSpPr/>
          <p:nvPr/>
        </p:nvSpPr>
        <p:spPr>
          <a:xfrm>
            <a:off x="93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77440C-4504-DC05-ACCB-FD8501C8EFC5}"/>
              </a:ext>
            </a:extLst>
          </p:cNvPr>
          <p:cNvSpPr/>
          <p:nvPr/>
        </p:nvSpPr>
        <p:spPr>
          <a:xfrm>
            <a:off x="100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EAE20F-4D94-E641-4E93-C8ACBEB1FB01}"/>
              </a:ext>
            </a:extLst>
          </p:cNvPr>
          <p:cNvSpPr/>
          <p:nvPr/>
        </p:nvSpPr>
        <p:spPr>
          <a:xfrm>
            <a:off x="86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68D64B-7F54-4A76-602B-87EC294DD90C}"/>
              </a:ext>
            </a:extLst>
          </p:cNvPr>
          <p:cNvSpPr/>
          <p:nvPr/>
        </p:nvSpPr>
        <p:spPr>
          <a:xfrm>
            <a:off x="93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650A62-0D7D-EA69-A91F-F730EE5A4528}"/>
              </a:ext>
            </a:extLst>
          </p:cNvPr>
          <p:cNvSpPr/>
          <p:nvPr/>
        </p:nvSpPr>
        <p:spPr>
          <a:xfrm>
            <a:off x="100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9D1A5C-5334-497A-E61E-73F3584B7A72}"/>
              </a:ext>
            </a:extLst>
          </p:cNvPr>
          <p:cNvSpPr txBox="1"/>
          <p:nvPr/>
        </p:nvSpPr>
        <p:spPr>
          <a:xfrm>
            <a:off x="28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9320C3-F1F6-697C-49D6-F243C845B0E7}"/>
              </a:ext>
            </a:extLst>
          </p:cNvPr>
          <p:cNvSpPr txBox="1"/>
          <p:nvPr/>
        </p:nvSpPr>
        <p:spPr>
          <a:xfrm>
            <a:off x="64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78FF1C-11D8-6E55-DF74-FBD7592A9B91}"/>
              </a:ext>
            </a:extLst>
          </p:cNvPr>
          <p:cNvSpPr txBox="1"/>
          <p:nvPr/>
        </p:nvSpPr>
        <p:spPr>
          <a:xfrm>
            <a:off x="934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97F4AA-F66C-BA37-0CC9-5403DD573B5C}"/>
              </a:ext>
            </a:extLst>
          </p:cNvPr>
          <p:cNvSpPr/>
          <p:nvPr/>
        </p:nvSpPr>
        <p:spPr>
          <a:xfrm>
            <a:off x="2855999" y="187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371603-D6AD-3C60-73E7-F3D490305A65}"/>
              </a:ext>
            </a:extLst>
          </p:cNvPr>
          <p:cNvSpPr/>
          <p:nvPr/>
        </p:nvSpPr>
        <p:spPr>
          <a:xfrm>
            <a:off x="5735999" y="259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700DD6-AA8A-FB9D-8C4F-E491923AF939}"/>
              </a:ext>
            </a:extLst>
          </p:cNvPr>
          <p:cNvSpPr/>
          <p:nvPr/>
        </p:nvSpPr>
        <p:spPr>
          <a:xfrm>
            <a:off x="86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ADDCC2-4222-AFD6-3F23-DD8940EC3FE0}"/>
              </a:ext>
            </a:extLst>
          </p:cNvPr>
          <p:cNvSpPr/>
          <p:nvPr/>
        </p:nvSpPr>
        <p:spPr>
          <a:xfrm>
            <a:off x="93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E7B713-3BC5-1211-54BE-8CF5AAABBAB7}"/>
              </a:ext>
            </a:extLst>
          </p:cNvPr>
          <p:cNvSpPr/>
          <p:nvPr/>
        </p:nvSpPr>
        <p:spPr>
          <a:xfrm>
            <a:off x="10056000" y="2599031"/>
            <a:ext cx="720000" cy="72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762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9831-8B28-52F8-6BBE-B9042FB3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60DCE-80C2-21D8-CF37-5A2A337F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456C70-76EA-EA03-8668-9D6FF75362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956546E-A782-8DB2-D78B-2B5E4CAD3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1196D6-FC87-D70A-E552-D0FAB5E40B5D}"/>
              </a:ext>
            </a:extLst>
          </p:cNvPr>
          <p:cNvSpPr/>
          <p:nvPr/>
        </p:nvSpPr>
        <p:spPr>
          <a:xfrm>
            <a:off x="141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EC70BE-54A7-E8F9-9350-C503A97FCEE5}"/>
              </a:ext>
            </a:extLst>
          </p:cNvPr>
          <p:cNvSpPr/>
          <p:nvPr/>
        </p:nvSpPr>
        <p:spPr>
          <a:xfrm>
            <a:off x="213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1CDD5C3-B5DB-26BD-2E30-62E1927AC9C7}"/>
              </a:ext>
            </a:extLst>
          </p:cNvPr>
          <p:cNvSpPr/>
          <p:nvPr/>
        </p:nvSpPr>
        <p:spPr>
          <a:xfrm>
            <a:off x="285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F2B93C1-DDF8-74D4-B724-123A3C369024}"/>
              </a:ext>
            </a:extLst>
          </p:cNvPr>
          <p:cNvSpPr/>
          <p:nvPr/>
        </p:nvSpPr>
        <p:spPr>
          <a:xfrm>
            <a:off x="357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3D43646-ADA6-0605-3C71-DA4E078E69BC}"/>
              </a:ext>
            </a:extLst>
          </p:cNvPr>
          <p:cNvSpPr/>
          <p:nvPr/>
        </p:nvSpPr>
        <p:spPr>
          <a:xfrm>
            <a:off x="429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AB1298-A77F-5A7B-848F-B88BBF2CEC3F}"/>
              </a:ext>
            </a:extLst>
          </p:cNvPr>
          <p:cNvSpPr/>
          <p:nvPr/>
        </p:nvSpPr>
        <p:spPr>
          <a:xfrm>
            <a:off x="14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DF43658-4665-4797-91DB-D84CC34DCCB4}"/>
              </a:ext>
            </a:extLst>
          </p:cNvPr>
          <p:cNvSpPr/>
          <p:nvPr/>
        </p:nvSpPr>
        <p:spPr>
          <a:xfrm>
            <a:off x="21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B161138-1D61-945D-EE92-80CD1FC4D6FD}"/>
              </a:ext>
            </a:extLst>
          </p:cNvPr>
          <p:cNvSpPr/>
          <p:nvPr/>
        </p:nvSpPr>
        <p:spPr>
          <a:xfrm>
            <a:off x="28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83877E0-5247-AD80-4F14-1B9F0C0FDBF3}"/>
              </a:ext>
            </a:extLst>
          </p:cNvPr>
          <p:cNvSpPr/>
          <p:nvPr/>
        </p:nvSpPr>
        <p:spPr>
          <a:xfrm>
            <a:off x="35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5FA1C40-C287-C7C5-F54E-F3544722A75A}"/>
              </a:ext>
            </a:extLst>
          </p:cNvPr>
          <p:cNvSpPr/>
          <p:nvPr/>
        </p:nvSpPr>
        <p:spPr>
          <a:xfrm>
            <a:off x="429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2CA50C-CA8F-65C0-DA55-397EE3620B63}"/>
              </a:ext>
            </a:extLst>
          </p:cNvPr>
          <p:cNvSpPr/>
          <p:nvPr/>
        </p:nvSpPr>
        <p:spPr>
          <a:xfrm>
            <a:off x="14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A943C2D-F61B-F97F-28B2-FD14CF1C2513}"/>
              </a:ext>
            </a:extLst>
          </p:cNvPr>
          <p:cNvSpPr/>
          <p:nvPr/>
        </p:nvSpPr>
        <p:spPr>
          <a:xfrm>
            <a:off x="21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1656544-BA6A-B926-EF9D-D6C8FBBB06B7}"/>
              </a:ext>
            </a:extLst>
          </p:cNvPr>
          <p:cNvSpPr/>
          <p:nvPr/>
        </p:nvSpPr>
        <p:spPr>
          <a:xfrm>
            <a:off x="28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64F5737-74B1-B558-DA88-CEF8CD2A4375}"/>
              </a:ext>
            </a:extLst>
          </p:cNvPr>
          <p:cNvSpPr/>
          <p:nvPr/>
        </p:nvSpPr>
        <p:spPr>
          <a:xfrm>
            <a:off x="35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3F3D304-D8B1-B3AC-74BB-B6E18E4EE3E1}"/>
              </a:ext>
            </a:extLst>
          </p:cNvPr>
          <p:cNvSpPr/>
          <p:nvPr/>
        </p:nvSpPr>
        <p:spPr>
          <a:xfrm>
            <a:off x="429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6291992-BB06-82F9-E5A5-FDACA2F24573}"/>
              </a:ext>
            </a:extLst>
          </p:cNvPr>
          <p:cNvSpPr/>
          <p:nvPr/>
        </p:nvSpPr>
        <p:spPr>
          <a:xfrm>
            <a:off x="14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E86383F-FE66-C1A9-1EFD-4EF01A7DD15D}"/>
              </a:ext>
            </a:extLst>
          </p:cNvPr>
          <p:cNvSpPr/>
          <p:nvPr/>
        </p:nvSpPr>
        <p:spPr>
          <a:xfrm>
            <a:off x="21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E18C395-62AA-DB50-9F23-5D290099F7D1}"/>
              </a:ext>
            </a:extLst>
          </p:cNvPr>
          <p:cNvSpPr/>
          <p:nvPr/>
        </p:nvSpPr>
        <p:spPr>
          <a:xfrm>
            <a:off x="28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80DE995-FBE0-CABB-E5AF-03D79287584B}"/>
              </a:ext>
            </a:extLst>
          </p:cNvPr>
          <p:cNvSpPr/>
          <p:nvPr/>
        </p:nvSpPr>
        <p:spPr>
          <a:xfrm>
            <a:off x="35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E9D80CD-8DBD-367B-5DE7-0583677A6BB9}"/>
              </a:ext>
            </a:extLst>
          </p:cNvPr>
          <p:cNvSpPr/>
          <p:nvPr/>
        </p:nvSpPr>
        <p:spPr>
          <a:xfrm>
            <a:off x="429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6C14882-D3DB-F837-1F1F-1FD0D7FE284F}"/>
              </a:ext>
            </a:extLst>
          </p:cNvPr>
          <p:cNvSpPr/>
          <p:nvPr/>
        </p:nvSpPr>
        <p:spPr>
          <a:xfrm>
            <a:off x="141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67DA469-AAE9-61D5-19FE-F1BB8698FD25}"/>
              </a:ext>
            </a:extLst>
          </p:cNvPr>
          <p:cNvSpPr/>
          <p:nvPr/>
        </p:nvSpPr>
        <p:spPr>
          <a:xfrm>
            <a:off x="213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FE1589-B93E-D85A-156E-DBF58C8E2507}"/>
              </a:ext>
            </a:extLst>
          </p:cNvPr>
          <p:cNvSpPr/>
          <p:nvPr/>
        </p:nvSpPr>
        <p:spPr>
          <a:xfrm>
            <a:off x="285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0C231B4-0DF2-C250-DD6D-3BF5FD1363BC}"/>
              </a:ext>
            </a:extLst>
          </p:cNvPr>
          <p:cNvSpPr/>
          <p:nvPr/>
        </p:nvSpPr>
        <p:spPr>
          <a:xfrm>
            <a:off x="357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7608276-68F2-FBEE-C276-2FE4483F6830}"/>
              </a:ext>
            </a:extLst>
          </p:cNvPr>
          <p:cNvSpPr/>
          <p:nvPr/>
        </p:nvSpPr>
        <p:spPr>
          <a:xfrm>
            <a:off x="429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4FE1F6-069E-435C-3A84-76C5C79579DA}"/>
              </a:ext>
            </a:extLst>
          </p:cNvPr>
          <p:cNvSpPr/>
          <p:nvPr/>
        </p:nvSpPr>
        <p:spPr>
          <a:xfrm>
            <a:off x="57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78A4F1-81A1-5798-081E-A9C14DF34A39}"/>
              </a:ext>
            </a:extLst>
          </p:cNvPr>
          <p:cNvSpPr/>
          <p:nvPr/>
        </p:nvSpPr>
        <p:spPr>
          <a:xfrm>
            <a:off x="64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10B725-81E1-6224-8E00-37C287E8848C}"/>
              </a:ext>
            </a:extLst>
          </p:cNvPr>
          <p:cNvSpPr/>
          <p:nvPr/>
        </p:nvSpPr>
        <p:spPr>
          <a:xfrm>
            <a:off x="71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8FB191-775A-6F15-5121-82CD1669E703}"/>
              </a:ext>
            </a:extLst>
          </p:cNvPr>
          <p:cNvSpPr/>
          <p:nvPr/>
        </p:nvSpPr>
        <p:spPr>
          <a:xfrm>
            <a:off x="57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1A0FB6-D393-EC91-BD4C-DB5AB355C6FF}"/>
              </a:ext>
            </a:extLst>
          </p:cNvPr>
          <p:cNvSpPr/>
          <p:nvPr/>
        </p:nvSpPr>
        <p:spPr>
          <a:xfrm>
            <a:off x="64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00C2A4-261E-01C2-AB6C-EC51B521CEA1}"/>
              </a:ext>
            </a:extLst>
          </p:cNvPr>
          <p:cNvSpPr/>
          <p:nvPr/>
        </p:nvSpPr>
        <p:spPr>
          <a:xfrm>
            <a:off x="71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756AB1-927B-3C64-332B-F0EC4A1F1AAD}"/>
              </a:ext>
            </a:extLst>
          </p:cNvPr>
          <p:cNvSpPr/>
          <p:nvPr/>
        </p:nvSpPr>
        <p:spPr>
          <a:xfrm>
            <a:off x="57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20CFA8-2DCC-CBFA-249E-B5EC1B04B8C2}"/>
              </a:ext>
            </a:extLst>
          </p:cNvPr>
          <p:cNvSpPr/>
          <p:nvPr/>
        </p:nvSpPr>
        <p:spPr>
          <a:xfrm>
            <a:off x="64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060692-3523-1F51-C08A-9997CD7113EF}"/>
              </a:ext>
            </a:extLst>
          </p:cNvPr>
          <p:cNvSpPr/>
          <p:nvPr/>
        </p:nvSpPr>
        <p:spPr>
          <a:xfrm>
            <a:off x="71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43298B-6027-B107-2A7F-F65658D5AD85}"/>
              </a:ext>
            </a:extLst>
          </p:cNvPr>
          <p:cNvSpPr/>
          <p:nvPr/>
        </p:nvSpPr>
        <p:spPr>
          <a:xfrm>
            <a:off x="501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CB24E7-44C8-BC0E-F627-83015A3C666B}"/>
              </a:ext>
            </a:extLst>
          </p:cNvPr>
          <p:cNvSpPr/>
          <p:nvPr/>
        </p:nvSpPr>
        <p:spPr>
          <a:xfrm>
            <a:off x="789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140F83-9480-37F1-E951-4039EFFBCF24}"/>
              </a:ext>
            </a:extLst>
          </p:cNvPr>
          <p:cNvSpPr/>
          <p:nvPr/>
        </p:nvSpPr>
        <p:spPr>
          <a:xfrm>
            <a:off x="93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5B9698-2D91-6710-51A5-B2EEFCB7734E}"/>
              </a:ext>
            </a:extLst>
          </p:cNvPr>
          <p:cNvSpPr/>
          <p:nvPr/>
        </p:nvSpPr>
        <p:spPr>
          <a:xfrm>
            <a:off x="100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CCD8E16-9AD1-A7B1-C7A3-71343531C446}"/>
              </a:ext>
            </a:extLst>
          </p:cNvPr>
          <p:cNvSpPr/>
          <p:nvPr/>
        </p:nvSpPr>
        <p:spPr>
          <a:xfrm>
            <a:off x="86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F45E9A-8DC9-D228-E366-C090A106F206}"/>
              </a:ext>
            </a:extLst>
          </p:cNvPr>
          <p:cNvSpPr/>
          <p:nvPr/>
        </p:nvSpPr>
        <p:spPr>
          <a:xfrm>
            <a:off x="93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109595-4A6B-2ACB-FD2B-CDCB22E24696}"/>
              </a:ext>
            </a:extLst>
          </p:cNvPr>
          <p:cNvSpPr/>
          <p:nvPr/>
        </p:nvSpPr>
        <p:spPr>
          <a:xfrm>
            <a:off x="100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291982-6A50-2F4E-25BA-B237104B1E17}"/>
              </a:ext>
            </a:extLst>
          </p:cNvPr>
          <p:cNvSpPr txBox="1"/>
          <p:nvPr/>
        </p:nvSpPr>
        <p:spPr>
          <a:xfrm>
            <a:off x="28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92CDBC-8B40-F8CE-C174-C036D9406E2D}"/>
              </a:ext>
            </a:extLst>
          </p:cNvPr>
          <p:cNvSpPr txBox="1"/>
          <p:nvPr/>
        </p:nvSpPr>
        <p:spPr>
          <a:xfrm>
            <a:off x="64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DA4B79-A285-573F-1367-5C521221C8B5}"/>
              </a:ext>
            </a:extLst>
          </p:cNvPr>
          <p:cNvSpPr txBox="1"/>
          <p:nvPr/>
        </p:nvSpPr>
        <p:spPr>
          <a:xfrm>
            <a:off x="934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21D9DC-DAB0-1822-3FC7-4AD6C674283E}"/>
              </a:ext>
            </a:extLst>
          </p:cNvPr>
          <p:cNvSpPr/>
          <p:nvPr/>
        </p:nvSpPr>
        <p:spPr>
          <a:xfrm>
            <a:off x="1415999" y="259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60C4A8-D76F-21DA-170D-74C45095BE23}"/>
              </a:ext>
            </a:extLst>
          </p:cNvPr>
          <p:cNvSpPr/>
          <p:nvPr/>
        </p:nvSpPr>
        <p:spPr>
          <a:xfrm>
            <a:off x="5735999" y="2599031"/>
            <a:ext cx="2160000" cy="21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AF6360-761A-78C0-5537-D60C2448A6F7}"/>
              </a:ext>
            </a:extLst>
          </p:cNvPr>
          <p:cNvSpPr/>
          <p:nvPr/>
        </p:nvSpPr>
        <p:spPr>
          <a:xfrm>
            <a:off x="86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1892A2-0BDE-CCB2-FAE0-D8270CF8CD29}"/>
              </a:ext>
            </a:extLst>
          </p:cNvPr>
          <p:cNvSpPr/>
          <p:nvPr/>
        </p:nvSpPr>
        <p:spPr>
          <a:xfrm>
            <a:off x="93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32BE45-FF81-4501-4CF2-FBAF2C3D90B0}"/>
              </a:ext>
            </a:extLst>
          </p:cNvPr>
          <p:cNvSpPr/>
          <p:nvPr/>
        </p:nvSpPr>
        <p:spPr>
          <a:xfrm>
            <a:off x="100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3882E9-85E5-314B-6BB3-5C2D474E150F}"/>
              </a:ext>
            </a:extLst>
          </p:cNvPr>
          <p:cNvSpPr/>
          <p:nvPr/>
        </p:nvSpPr>
        <p:spPr>
          <a:xfrm>
            <a:off x="8616000" y="3319031"/>
            <a:ext cx="720000" cy="72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066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47A59-F1AE-BA51-B786-7E3DC621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F2D90-CDD3-9F30-22CA-F783B5C1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5FB0D1-258D-609F-9D75-64401FA46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F7CE4E1-0E45-8AEF-EACC-F9F386EC3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A7B25E-AB65-7E2B-3F1B-1F2DD38F605D}"/>
              </a:ext>
            </a:extLst>
          </p:cNvPr>
          <p:cNvSpPr/>
          <p:nvPr/>
        </p:nvSpPr>
        <p:spPr>
          <a:xfrm>
            <a:off x="141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F63C963-6C81-3C16-358D-63CFF25BC31D}"/>
              </a:ext>
            </a:extLst>
          </p:cNvPr>
          <p:cNvSpPr/>
          <p:nvPr/>
        </p:nvSpPr>
        <p:spPr>
          <a:xfrm>
            <a:off x="213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7A08E68-89A8-4DB3-A652-0CD676095B7D}"/>
              </a:ext>
            </a:extLst>
          </p:cNvPr>
          <p:cNvSpPr/>
          <p:nvPr/>
        </p:nvSpPr>
        <p:spPr>
          <a:xfrm>
            <a:off x="285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3F6DC4-74A2-B320-0AE4-A47F4889A6BF}"/>
              </a:ext>
            </a:extLst>
          </p:cNvPr>
          <p:cNvSpPr/>
          <p:nvPr/>
        </p:nvSpPr>
        <p:spPr>
          <a:xfrm>
            <a:off x="357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017AE7-D042-0BC9-9909-826E429EE541}"/>
              </a:ext>
            </a:extLst>
          </p:cNvPr>
          <p:cNvSpPr/>
          <p:nvPr/>
        </p:nvSpPr>
        <p:spPr>
          <a:xfrm>
            <a:off x="4296000" y="187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F80A9EB-8A84-FDB4-F7FA-E2EE8275E3D7}"/>
              </a:ext>
            </a:extLst>
          </p:cNvPr>
          <p:cNvSpPr/>
          <p:nvPr/>
        </p:nvSpPr>
        <p:spPr>
          <a:xfrm>
            <a:off x="14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E60CA61-5780-93A4-3668-A63086CCC788}"/>
              </a:ext>
            </a:extLst>
          </p:cNvPr>
          <p:cNvSpPr/>
          <p:nvPr/>
        </p:nvSpPr>
        <p:spPr>
          <a:xfrm>
            <a:off x="21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A960DB8-F060-234E-32FD-DAA9594392B5}"/>
              </a:ext>
            </a:extLst>
          </p:cNvPr>
          <p:cNvSpPr/>
          <p:nvPr/>
        </p:nvSpPr>
        <p:spPr>
          <a:xfrm>
            <a:off x="28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3D4D12-47A7-C268-8868-B4CFE685AB40}"/>
              </a:ext>
            </a:extLst>
          </p:cNvPr>
          <p:cNvSpPr/>
          <p:nvPr/>
        </p:nvSpPr>
        <p:spPr>
          <a:xfrm>
            <a:off x="35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B06209C-CFD0-D66C-8A5E-4E3A811C7506}"/>
              </a:ext>
            </a:extLst>
          </p:cNvPr>
          <p:cNvSpPr/>
          <p:nvPr/>
        </p:nvSpPr>
        <p:spPr>
          <a:xfrm>
            <a:off x="429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FC53DDD-3BAF-9EF8-C831-5EBAECFBC6AF}"/>
              </a:ext>
            </a:extLst>
          </p:cNvPr>
          <p:cNvSpPr/>
          <p:nvPr/>
        </p:nvSpPr>
        <p:spPr>
          <a:xfrm>
            <a:off x="14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4A1E9C-763A-2D1D-7AD3-3F4F43F5616C}"/>
              </a:ext>
            </a:extLst>
          </p:cNvPr>
          <p:cNvSpPr/>
          <p:nvPr/>
        </p:nvSpPr>
        <p:spPr>
          <a:xfrm>
            <a:off x="21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965E50E-F997-06D5-4B25-E6A3E8C90053}"/>
              </a:ext>
            </a:extLst>
          </p:cNvPr>
          <p:cNvSpPr/>
          <p:nvPr/>
        </p:nvSpPr>
        <p:spPr>
          <a:xfrm>
            <a:off x="28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E7E5C7C-DA97-D219-E497-639C32B712A7}"/>
              </a:ext>
            </a:extLst>
          </p:cNvPr>
          <p:cNvSpPr/>
          <p:nvPr/>
        </p:nvSpPr>
        <p:spPr>
          <a:xfrm>
            <a:off x="35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6E35C2-87A9-50AF-8DD0-67D3175BC180}"/>
              </a:ext>
            </a:extLst>
          </p:cNvPr>
          <p:cNvSpPr/>
          <p:nvPr/>
        </p:nvSpPr>
        <p:spPr>
          <a:xfrm>
            <a:off x="429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5CB137-EF53-CC2C-0AD7-B86A275389BD}"/>
              </a:ext>
            </a:extLst>
          </p:cNvPr>
          <p:cNvSpPr/>
          <p:nvPr/>
        </p:nvSpPr>
        <p:spPr>
          <a:xfrm>
            <a:off x="14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8313C29-3386-5054-957E-058A5033667C}"/>
              </a:ext>
            </a:extLst>
          </p:cNvPr>
          <p:cNvSpPr/>
          <p:nvPr/>
        </p:nvSpPr>
        <p:spPr>
          <a:xfrm>
            <a:off x="21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C22A4E-78B2-643F-3386-A60329925868}"/>
              </a:ext>
            </a:extLst>
          </p:cNvPr>
          <p:cNvSpPr/>
          <p:nvPr/>
        </p:nvSpPr>
        <p:spPr>
          <a:xfrm>
            <a:off x="28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7FED80A-C346-0326-98AE-52637C89B978}"/>
              </a:ext>
            </a:extLst>
          </p:cNvPr>
          <p:cNvSpPr/>
          <p:nvPr/>
        </p:nvSpPr>
        <p:spPr>
          <a:xfrm>
            <a:off x="35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323A1A1-AA11-13F9-FD1E-A5E3298E6BAA}"/>
              </a:ext>
            </a:extLst>
          </p:cNvPr>
          <p:cNvSpPr/>
          <p:nvPr/>
        </p:nvSpPr>
        <p:spPr>
          <a:xfrm>
            <a:off x="429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183B8BA-CDF7-507E-755F-5667B8EB4891}"/>
              </a:ext>
            </a:extLst>
          </p:cNvPr>
          <p:cNvSpPr/>
          <p:nvPr/>
        </p:nvSpPr>
        <p:spPr>
          <a:xfrm>
            <a:off x="141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A6D51A8-5211-F6FA-434B-5725D7FBA8DD}"/>
              </a:ext>
            </a:extLst>
          </p:cNvPr>
          <p:cNvSpPr/>
          <p:nvPr/>
        </p:nvSpPr>
        <p:spPr>
          <a:xfrm>
            <a:off x="213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ED6C81A-4596-F293-ED29-E32C5D91443E}"/>
              </a:ext>
            </a:extLst>
          </p:cNvPr>
          <p:cNvSpPr/>
          <p:nvPr/>
        </p:nvSpPr>
        <p:spPr>
          <a:xfrm>
            <a:off x="285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E3432DA-526B-00E3-FB45-9A4789412BA5}"/>
              </a:ext>
            </a:extLst>
          </p:cNvPr>
          <p:cNvSpPr/>
          <p:nvPr/>
        </p:nvSpPr>
        <p:spPr>
          <a:xfrm>
            <a:off x="357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CC751FE-4D8F-5782-DA23-1257A4522799}"/>
              </a:ext>
            </a:extLst>
          </p:cNvPr>
          <p:cNvSpPr/>
          <p:nvPr/>
        </p:nvSpPr>
        <p:spPr>
          <a:xfrm>
            <a:off x="4296000" y="475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4D158C-359F-8A29-D000-3460C9FDEEE9}"/>
              </a:ext>
            </a:extLst>
          </p:cNvPr>
          <p:cNvSpPr/>
          <p:nvPr/>
        </p:nvSpPr>
        <p:spPr>
          <a:xfrm>
            <a:off x="57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AE0728-9BD7-96FB-AAB7-F353B30CF622}"/>
              </a:ext>
            </a:extLst>
          </p:cNvPr>
          <p:cNvSpPr/>
          <p:nvPr/>
        </p:nvSpPr>
        <p:spPr>
          <a:xfrm>
            <a:off x="64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F34F78-6ABA-7B42-2731-5131D59787F0}"/>
              </a:ext>
            </a:extLst>
          </p:cNvPr>
          <p:cNvSpPr/>
          <p:nvPr/>
        </p:nvSpPr>
        <p:spPr>
          <a:xfrm>
            <a:off x="717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850AFC-5E81-1151-0F1C-53DF1D076916}"/>
              </a:ext>
            </a:extLst>
          </p:cNvPr>
          <p:cNvSpPr/>
          <p:nvPr/>
        </p:nvSpPr>
        <p:spPr>
          <a:xfrm>
            <a:off x="57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E65F21-D6B8-414F-8FB8-470284E0DC5D}"/>
              </a:ext>
            </a:extLst>
          </p:cNvPr>
          <p:cNvSpPr/>
          <p:nvPr/>
        </p:nvSpPr>
        <p:spPr>
          <a:xfrm>
            <a:off x="64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7E8B3D-828C-12CF-6E12-EDBCF0DB4F03}"/>
              </a:ext>
            </a:extLst>
          </p:cNvPr>
          <p:cNvSpPr/>
          <p:nvPr/>
        </p:nvSpPr>
        <p:spPr>
          <a:xfrm>
            <a:off x="717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E6E8A9-AD79-FB05-CC5F-9A1ABC66CDD7}"/>
              </a:ext>
            </a:extLst>
          </p:cNvPr>
          <p:cNvSpPr/>
          <p:nvPr/>
        </p:nvSpPr>
        <p:spPr>
          <a:xfrm>
            <a:off x="57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BCD41CF-D112-9661-7D59-591AB549331D}"/>
              </a:ext>
            </a:extLst>
          </p:cNvPr>
          <p:cNvSpPr/>
          <p:nvPr/>
        </p:nvSpPr>
        <p:spPr>
          <a:xfrm>
            <a:off x="64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19EA18-BBCB-37A9-2CF6-DCA8F1EE18CB}"/>
              </a:ext>
            </a:extLst>
          </p:cNvPr>
          <p:cNvSpPr/>
          <p:nvPr/>
        </p:nvSpPr>
        <p:spPr>
          <a:xfrm>
            <a:off x="717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0278D6-50C5-CE2F-D253-C1A8FA65C14E}"/>
              </a:ext>
            </a:extLst>
          </p:cNvPr>
          <p:cNvSpPr/>
          <p:nvPr/>
        </p:nvSpPr>
        <p:spPr>
          <a:xfrm>
            <a:off x="501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B62447-75EE-1E43-E8A9-26BDED11FE60}"/>
              </a:ext>
            </a:extLst>
          </p:cNvPr>
          <p:cNvSpPr/>
          <p:nvPr/>
        </p:nvSpPr>
        <p:spPr>
          <a:xfrm>
            <a:off x="7896000" y="3319031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A0F7F5-4BBD-745E-F667-82C390922AC1}"/>
              </a:ext>
            </a:extLst>
          </p:cNvPr>
          <p:cNvSpPr/>
          <p:nvPr/>
        </p:nvSpPr>
        <p:spPr>
          <a:xfrm>
            <a:off x="861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671E4F-D774-298F-B82D-E3916283D32D}"/>
              </a:ext>
            </a:extLst>
          </p:cNvPr>
          <p:cNvSpPr/>
          <p:nvPr/>
        </p:nvSpPr>
        <p:spPr>
          <a:xfrm>
            <a:off x="933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5B6283-D430-F218-4DC4-B43D09BE953E}"/>
              </a:ext>
            </a:extLst>
          </p:cNvPr>
          <p:cNvSpPr/>
          <p:nvPr/>
        </p:nvSpPr>
        <p:spPr>
          <a:xfrm>
            <a:off x="10056000" y="259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140FA9-3E28-C7AA-73D2-7D0342432CA1}"/>
              </a:ext>
            </a:extLst>
          </p:cNvPr>
          <p:cNvSpPr/>
          <p:nvPr/>
        </p:nvSpPr>
        <p:spPr>
          <a:xfrm>
            <a:off x="861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FB8374-6EA1-6DB5-31CC-3F693E93CD9E}"/>
              </a:ext>
            </a:extLst>
          </p:cNvPr>
          <p:cNvSpPr/>
          <p:nvPr/>
        </p:nvSpPr>
        <p:spPr>
          <a:xfrm>
            <a:off x="933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3D6318-17D8-673B-71C0-AE22CDA92353}"/>
              </a:ext>
            </a:extLst>
          </p:cNvPr>
          <p:cNvSpPr/>
          <p:nvPr/>
        </p:nvSpPr>
        <p:spPr>
          <a:xfrm>
            <a:off x="10056000" y="331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BA5352-2DE2-E29A-C073-CA1881DC0A28}"/>
              </a:ext>
            </a:extLst>
          </p:cNvPr>
          <p:cNvSpPr/>
          <p:nvPr/>
        </p:nvSpPr>
        <p:spPr>
          <a:xfrm>
            <a:off x="861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B4F72-8AC8-1250-5785-11DEB9DC0898}"/>
              </a:ext>
            </a:extLst>
          </p:cNvPr>
          <p:cNvSpPr/>
          <p:nvPr/>
        </p:nvSpPr>
        <p:spPr>
          <a:xfrm>
            <a:off x="933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088CE5-CC95-1ABE-B5C3-C05241F0E480}"/>
              </a:ext>
            </a:extLst>
          </p:cNvPr>
          <p:cNvSpPr/>
          <p:nvPr/>
        </p:nvSpPr>
        <p:spPr>
          <a:xfrm>
            <a:off x="10056000" y="4039031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11CD07-9E61-8DA9-A749-FE5E2BAADAA1}"/>
              </a:ext>
            </a:extLst>
          </p:cNvPr>
          <p:cNvSpPr txBox="1"/>
          <p:nvPr/>
        </p:nvSpPr>
        <p:spPr>
          <a:xfrm>
            <a:off x="28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C02315-963D-95AB-C70D-C94DA86D4B23}"/>
              </a:ext>
            </a:extLst>
          </p:cNvPr>
          <p:cNvSpPr txBox="1"/>
          <p:nvPr/>
        </p:nvSpPr>
        <p:spPr>
          <a:xfrm>
            <a:off x="646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55B9F9-5C18-DAFB-5669-FEB8F7C19AE8}"/>
              </a:ext>
            </a:extLst>
          </p:cNvPr>
          <p:cNvSpPr txBox="1"/>
          <p:nvPr/>
        </p:nvSpPr>
        <p:spPr>
          <a:xfrm>
            <a:off x="9347186" y="577685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출력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096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B08B-34D7-532B-0813-661C208D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9A447-A055-67D0-A2D3-D6760888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A58F5-CCB5-64C0-3AF5-7898068A4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36020B01-FD7C-1A14-6685-6EF9841BC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4050CC-DAEF-74C8-E741-FA703DF3BA41}"/>
              </a:ext>
            </a:extLst>
          </p:cNvPr>
          <p:cNvSpPr/>
          <p:nvPr/>
        </p:nvSpPr>
        <p:spPr>
          <a:xfrm>
            <a:off x="73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D5CD8A-9E53-F543-6692-280D5E91E6DA}"/>
              </a:ext>
            </a:extLst>
          </p:cNvPr>
          <p:cNvSpPr/>
          <p:nvPr/>
        </p:nvSpPr>
        <p:spPr>
          <a:xfrm>
            <a:off x="145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E7EC3D-7AF7-9CBC-96AB-50A742FA596E}"/>
              </a:ext>
            </a:extLst>
          </p:cNvPr>
          <p:cNvSpPr/>
          <p:nvPr/>
        </p:nvSpPr>
        <p:spPr>
          <a:xfrm>
            <a:off x="217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91E9A60-B4D9-AF45-EEA2-B90A0DA480FD}"/>
              </a:ext>
            </a:extLst>
          </p:cNvPr>
          <p:cNvSpPr/>
          <p:nvPr/>
        </p:nvSpPr>
        <p:spPr>
          <a:xfrm>
            <a:off x="289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AC1AB82-09A8-6E6B-E8C6-B0EF637C1E14}"/>
              </a:ext>
            </a:extLst>
          </p:cNvPr>
          <p:cNvSpPr/>
          <p:nvPr/>
        </p:nvSpPr>
        <p:spPr>
          <a:xfrm>
            <a:off x="361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BBC52A0-C80E-F12A-D1E7-EC15E4395DC9}"/>
              </a:ext>
            </a:extLst>
          </p:cNvPr>
          <p:cNvSpPr/>
          <p:nvPr/>
        </p:nvSpPr>
        <p:spPr>
          <a:xfrm>
            <a:off x="73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A34C0A5-B67E-4BD8-38FE-91D70F6292C1}"/>
              </a:ext>
            </a:extLst>
          </p:cNvPr>
          <p:cNvSpPr/>
          <p:nvPr/>
        </p:nvSpPr>
        <p:spPr>
          <a:xfrm>
            <a:off x="145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8F56DC0-440A-A035-84B5-583E9E7CC942}"/>
              </a:ext>
            </a:extLst>
          </p:cNvPr>
          <p:cNvSpPr/>
          <p:nvPr/>
        </p:nvSpPr>
        <p:spPr>
          <a:xfrm>
            <a:off x="217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4AA2EE-0C18-A876-8785-CE0BF3089F4E}"/>
              </a:ext>
            </a:extLst>
          </p:cNvPr>
          <p:cNvSpPr/>
          <p:nvPr/>
        </p:nvSpPr>
        <p:spPr>
          <a:xfrm>
            <a:off x="289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2996963-5D06-5C74-0457-81315CFD2A03}"/>
              </a:ext>
            </a:extLst>
          </p:cNvPr>
          <p:cNvSpPr/>
          <p:nvPr/>
        </p:nvSpPr>
        <p:spPr>
          <a:xfrm>
            <a:off x="361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679789F-4BE6-7FD3-95ED-1E244604B01A}"/>
              </a:ext>
            </a:extLst>
          </p:cNvPr>
          <p:cNvSpPr/>
          <p:nvPr/>
        </p:nvSpPr>
        <p:spPr>
          <a:xfrm>
            <a:off x="73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FCFE2AE-A7F1-86E8-0B85-4542892B0EEF}"/>
              </a:ext>
            </a:extLst>
          </p:cNvPr>
          <p:cNvSpPr/>
          <p:nvPr/>
        </p:nvSpPr>
        <p:spPr>
          <a:xfrm>
            <a:off x="145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AFF5EFC-7C61-7AF3-A555-DD4A08C405E3}"/>
              </a:ext>
            </a:extLst>
          </p:cNvPr>
          <p:cNvSpPr/>
          <p:nvPr/>
        </p:nvSpPr>
        <p:spPr>
          <a:xfrm>
            <a:off x="217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F3808D5-C07F-B7A7-07CA-A52281972BCD}"/>
              </a:ext>
            </a:extLst>
          </p:cNvPr>
          <p:cNvSpPr/>
          <p:nvPr/>
        </p:nvSpPr>
        <p:spPr>
          <a:xfrm>
            <a:off x="289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50F2FE2-3196-F000-10B6-236A99B6EB15}"/>
              </a:ext>
            </a:extLst>
          </p:cNvPr>
          <p:cNvSpPr/>
          <p:nvPr/>
        </p:nvSpPr>
        <p:spPr>
          <a:xfrm>
            <a:off x="361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F1F09DD-B16D-EEC1-25E1-C49D7B5F894F}"/>
              </a:ext>
            </a:extLst>
          </p:cNvPr>
          <p:cNvSpPr/>
          <p:nvPr/>
        </p:nvSpPr>
        <p:spPr>
          <a:xfrm>
            <a:off x="73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5DED4AA-BF27-0420-8780-457CDC25C42B}"/>
              </a:ext>
            </a:extLst>
          </p:cNvPr>
          <p:cNvSpPr/>
          <p:nvPr/>
        </p:nvSpPr>
        <p:spPr>
          <a:xfrm>
            <a:off x="145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5C8B0BF-4CBE-C066-5201-6F7F3BE7F04E}"/>
              </a:ext>
            </a:extLst>
          </p:cNvPr>
          <p:cNvSpPr/>
          <p:nvPr/>
        </p:nvSpPr>
        <p:spPr>
          <a:xfrm>
            <a:off x="217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073F8FF-074B-0834-BDD6-8827DAF8D9C8}"/>
              </a:ext>
            </a:extLst>
          </p:cNvPr>
          <p:cNvSpPr/>
          <p:nvPr/>
        </p:nvSpPr>
        <p:spPr>
          <a:xfrm>
            <a:off x="289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E4A6E17-4C2C-231B-49AD-230E61735460}"/>
              </a:ext>
            </a:extLst>
          </p:cNvPr>
          <p:cNvSpPr/>
          <p:nvPr/>
        </p:nvSpPr>
        <p:spPr>
          <a:xfrm>
            <a:off x="361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634160E-4AD3-209C-33EB-A7DC664D5818}"/>
              </a:ext>
            </a:extLst>
          </p:cNvPr>
          <p:cNvSpPr/>
          <p:nvPr/>
        </p:nvSpPr>
        <p:spPr>
          <a:xfrm>
            <a:off x="73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4E4B963-4D08-3068-D9BB-23C596F78BC0}"/>
              </a:ext>
            </a:extLst>
          </p:cNvPr>
          <p:cNvSpPr/>
          <p:nvPr/>
        </p:nvSpPr>
        <p:spPr>
          <a:xfrm>
            <a:off x="145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1A021DF-7A0B-B039-7949-8BDCA593E3D5}"/>
              </a:ext>
            </a:extLst>
          </p:cNvPr>
          <p:cNvSpPr/>
          <p:nvPr/>
        </p:nvSpPr>
        <p:spPr>
          <a:xfrm>
            <a:off x="217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0390F41-24AA-E41E-0166-0CBAACA2A609}"/>
              </a:ext>
            </a:extLst>
          </p:cNvPr>
          <p:cNvSpPr/>
          <p:nvPr/>
        </p:nvSpPr>
        <p:spPr>
          <a:xfrm>
            <a:off x="289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C7F4EBD-8969-080E-C044-179A4F619A7A}"/>
              </a:ext>
            </a:extLst>
          </p:cNvPr>
          <p:cNvSpPr/>
          <p:nvPr/>
        </p:nvSpPr>
        <p:spPr>
          <a:xfrm>
            <a:off x="361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3C94285-5E06-1DE7-F1E8-04A0C628600E}"/>
              </a:ext>
            </a:extLst>
          </p:cNvPr>
          <p:cNvSpPr/>
          <p:nvPr/>
        </p:nvSpPr>
        <p:spPr>
          <a:xfrm>
            <a:off x="433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178FF89-7D02-AEC9-D4DA-5C8229BCCD0E}"/>
              </a:ext>
            </a:extLst>
          </p:cNvPr>
          <p:cNvSpPr/>
          <p:nvPr/>
        </p:nvSpPr>
        <p:spPr>
          <a:xfrm>
            <a:off x="433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FEDB966-6F8E-6E9D-2A4A-11B32111913B}"/>
              </a:ext>
            </a:extLst>
          </p:cNvPr>
          <p:cNvSpPr/>
          <p:nvPr/>
        </p:nvSpPr>
        <p:spPr>
          <a:xfrm>
            <a:off x="433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456301F-46BA-3813-F744-9E9AC42AE812}"/>
              </a:ext>
            </a:extLst>
          </p:cNvPr>
          <p:cNvSpPr/>
          <p:nvPr/>
        </p:nvSpPr>
        <p:spPr>
          <a:xfrm>
            <a:off x="433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217A3B9-D594-CA75-BF29-D961C77EBA8A}"/>
              </a:ext>
            </a:extLst>
          </p:cNvPr>
          <p:cNvSpPr/>
          <p:nvPr/>
        </p:nvSpPr>
        <p:spPr>
          <a:xfrm>
            <a:off x="433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5ACDB5B-585B-4F64-B9FA-249F241FC8E6}"/>
              </a:ext>
            </a:extLst>
          </p:cNvPr>
          <p:cNvSpPr/>
          <p:nvPr/>
        </p:nvSpPr>
        <p:spPr>
          <a:xfrm>
            <a:off x="73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8DE9A51-C3A4-8DF8-D07F-F5A91785D58D}"/>
              </a:ext>
            </a:extLst>
          </p:cNvPr>
          <p:cNvSpPr/>
          <p:nvPr/>
        </p:nvSpPr>
        <p:spPr>
          <a:xfrm>
            <a:off x="145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17839E2-15C1-AA71-BCC7-5C0AB69AD93A}"/>
              </a:ext>
            </a:extLst>
          </p:cNvPr>
          <p:cNvSpPr/>
          <p:nvPr/>
        </p:nvSpPr>
        <p:spPr>
          <a:xfrm>
            <a:off x="217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053C3D2-BD68-1C89-D509-6D76F2F73CC4}"/>
              </a:ext>
            </a:extLst>
          </p:cNvPr>
          <p:cNvSpPr/>
          <p:nvPr/>
        </p:nvSpPr>
        <p:spPr>
          <a:xfrm>
            <a:off x="289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ABF1DA4-EEA6-4802-6860-51441F08C203}"/>
              </a:ext>
            </a:extLst>
          </p:cNvPr>
          <p:cNvSpPr/>
          <p:nvPr/>
        </p:nvSpPr>
        <p:spPr>
          <a:xfrm>
            <a:off x="361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512727D-BCFF-1C8F-7828-277F95973910}"/>
              </a:ext>
            </a:extLst>
          </p:cNvPr>
          <p:cNvSpPr/>
          <p:nvPr/>
        </p:nvSpPr>
        <p:spPr>
          <a:xfrm>
            <a:off x="433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08A7758-8E5D-D283-4739-15FCB5170601}"/>
              </a:ext>
            </a:extLst>
          </p:cNvPr>
          <p:cNvSpPr/>
          <p:nvPr/>
        </p:nvSpPr>
        <p:spPr>
          <a:xfrm>
            <a:off x="5778862" y="22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3F0A92D-29EA-7631-BFFD-1BAB94CEA94F}"/>
              </a:ext>
            </a:extLst>
          </p:cNvPr>
          <p:cNvSpPr/>
          <p:nvPr/>
        </p:nvSpPr>
        <p:spPr>
          <a:xfrm>
            <a:off x="6498862" y="22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1303A1F-6B9E-63F3-ACB2-70ABD6D24C7F}"/>
              </a:ext>
            </a:extLst>
          </p:cNvPr>
          <p:cNvSpPr/>
          <p:nvPr/>
        </p:nvSpPr>
        <p:spPr>
          <a:xfrm>
            <a:off x="7218862" y="22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FDEB3BB-9019-5725-44CB-90C2B878A7FF}"/>
              </a:ext>
            </a:extLst>
          </p:cNvPr>
          <p:cNvSpPr/>
          <p:nvPr/>
        </p:nvSpPr>
        <p:spPr>
          <a:xfrm>
            <a:off x="5778862" y="29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8DDBB82-77A8-F316-BAB7-5ED926E07DCF}"/>
              </a:ext>
            </a:extLst>
          </p:cNvPr>
          <p:cNvSpPr/>
          <p:nvPr/>
        </p:nvSpPr>
        <p:spPr>
          <a:xfrm>
            <a:off x="6498862" y="29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7A50874-C63F-B500-F562-35D561661955}"/>
              </a:ext>
            </a:extLst>
          </p:cNvPr>
          <p:cNvSpPr/>
          <p:nvPr/>
        </p:nvSpPr>
        <p:spPr>
          <a:xfrm>
            <a:off x="7218862" y="29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16B91964-DBFB-E452-C2BE-0AAC3735EEE7}"/>
              </a:ext>
            </a:extLst>
          </p:cNvPr>
          <p:cNvSpPr/>
          <p:nvPr/>
        </p:nvSpPr>
        <p:spPr>
          <a:xfrm>
            <a:off x="5778862" y="37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6B5ECCF-B04F-22ED-E5F2-86382FA3750A}"/>
              </a:ext>
            </a:extLst>
          </p:cNvPr>
          <p:cNvSpPr/>
          <p:nvPr/>
        </p:nvSpPr>
        <p:spPr>
          <a:xfrm>
            <a:off x="6498862" y="37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B7D5F7A-6996-B1AE-9DDD-040D71777C38}"/>
              </a:ext>
            </a:extLst>
          </p:cNvPr>
          <p:cNvSpPr/>
          <p:nvPr/>
        </p:nvSpPr>
        <p:spPr>
          <a:xfrm>
            <a:off x="7218862" y="37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4467C05-3803-E590-CBDE-C67DE6481FBB}"/>
              </a:ext>
            </a:extLst>
          </p:cNvPr>
          <p:cNvSpPr/>
          <p:nvPr/>
        </p:nvSpPr>
        <p:spPr>
          <a:xfrm>
            <a:off x="865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3172678-3ADA-C31F-FE03-BBEBCB6D1A39}"/>
              </a:ext>
            </a:extLst>
          </p:cNvPr>
          <p:cNvSpPr/>
          <p:nvPr/>
        </p:nvSpPr>
        <p:spPr>
          <a:xfrm>
            <a:off x="937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4CF4CEB-FEDA-07FE-847E-E1EF1EFCA617}"/>
              </a:ext>
            </a:extLst>
          </p:cNvPr>
          <p:cNvSpPr/>
          <p:nvPr/>
        </p:nvSpPr>
        <p:spPr>
          <a:xfrm>
            <a:off x="1009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93CDF09-D4DB-223A-B49A-9EB63CA6F634}"/>
              </a:ext>
            </a:extLst>
          </p:cNvPr>
          <p:cNvSpPr/>
          <p:nvPr/>
        </p:nvSpPr>
        <p:spPr>
          <a:xfrm>
            <a:off x="1081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5F4130EA-8DDC-C6F6-8E39-DF874FE8FA6F}"/>
              </a:ext>
            </a:extLst>
          </p:cNvPr>
          <p:cNvSpPr/>
          <p:nvPr/>
        </p:nvSpPr>
        <p:spPr>
          <a:xfrm>
            <a:off x="865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982A030-FC47-3FA8-3A0F-5571FF0EAA07}"/>
              </a:ext>
            </a:extLst>
          </p:cNvPr>
          <p:cNvSpPr/>
          <p:nvPr/>
        </p:nvSpPr>
        <p:spPr>
          <a:xfrm>
            <a:off x="937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DEBA7F7-88EA-3947-7FB6-EBE625C35F03}"/>
              </a:ext>
            </a:extLst>
          </p:cNvPr>
          <p:cNvSpPr/>
          <p:nvPr/>
        </p:nvSpPr>
        <p:spPr>
          <a:xfrm>
            <a:off x="1009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30F1C8A-E82F-2E8B-8F37-4565552A5749}"/>
              </a:ext>
            </a:extLst>
          </p:cNvPr>
          <p:cNvSpPr/>
          <p:nvPr/>
        </p:nvSpPr>
        <p:spPr>
          <a:xfrm>
            <a:off x="1081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EA4052E-04DC-6813-3C6E-82D44687E2BD}"/>
              </a:ext>
            </a:extLst>
          </p:cNvPr>
          <p:cNvSpPr/>
          <p:nvPr/>
        </p:nvSpPr>
        <p:spPr>
          <a:xfrm>
            <a:off x="865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2F40CF87-5F56-A886-E74C-101870A2DE8D}"/>
              </a:ext>
            </a:extLst>
          </p:cNvPr>
          <p:cNvSpPr/>
          <p:nvPr/>
        </p:nvSpPr>
        <p:spPr>
          <a:xfrm>
            <a:off x="937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D2E5CD7-8AE1-4498-FCA9-F6DC8B472A3D}"/>
              </a:ext>
            </a:extLst>
          </p:cNvPr>
          <p:cNvSpPr/>
          <p:nvPr/>
        </p:nvSpPr>
        <p:spPr>
          <a:xfrm>
            <a:off x="1009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2D6B5E9-6738-3098-8167-ED599FF7C173}"/>
              </a:ext>
            </a:extLst>
          </p:cNvPr>
          <p:cNvSpPr/>
          <p:nvPr/>
        </p:nvSpPr>
        <p:spPr>
          <a:xfrm>
            <a:off x="1081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E15B2A5D-CB0D-66B1-21FD-32ECAB70E34C}"/>
              </a:ext>
            </a:extLst>
          </p:cNvPr>
          <p:cNvSpPr/>
          <p:nvPr/>
        </p:nvSpPr>
        <p:spPr>
          <a:xfrm>
            <a:off x="865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B4CF5627-73B9-0B2D-E3E8-C6A164AC204D}"/>
              </a:ext>
            </a:extLst>
          </p:cNvPr>
          <p:cNvSpPr/>
          <p:nvPr/>
        </p:nvSpPr>
        <p:spPr>
          <a:xfrm>
            <a:off x="937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1821821-B445-1B83-1EC9-977EBD7E180E}"/>
              </a:ext>
            </a:extLst>
          </p:cNvPr>
          <p:cNvSpPr/>
          <p:nvPr/>
        </p:nvSpPr>
        <p:spPr>
          <a:xfrm>
            <a:off x="1009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011B96C-4584-2C86-5556-B646159BDBEF}"/>
              </a:ext>
            </a:extLst>
          </p:cNvPr>
          <p:cNvSpPr/>
          <p:nvPr/>
        </p:nvSpPr>
        <p:spPr>
          <a:xfrm>
            <a:off x="1081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31D8D6B-FE92-04A5-FD0B-F55CFDC167C1}"/>
              </a:ext>
            </a:extLst>
          </p:cNvPr>
          <p:cNvSpPr/>
          <p:nvPr/>
        </p:nvSpPr>
        <p:spPr>
          <a:xfrm>
            <a:off x="2539002" y="5861100"/>
            <a:ext cx="36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8153970-D5EF-4739-3F16-804C1DA5FBA2}"/>
              </a:ext>
            </a:extLst>
          </p:cNvPr>
          <p:cNvSpPr/>
          <p:nvPr/>
        </p:nvSpPr>
        <p:spPr>
          <a:xfrm>
            <a:off x="2899002" y="5861100"/>
            <a:ext cx="36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39FADF4-632F-4E6D-4A44-E71D02BBA224}"/>
              </a:ext>
            </a:extLst>
          </p:cNvPr>
          <p:cNvSpPr/>
          <p:nvPr/>
        </p:nvSpPr>
        <p:spPr>
          <a:xfrm>
            <a:off x="6498862" y="5861100"/>
            <a:ext cx="240000" cy="720000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22FF423-CADA-EEC8-9201-941EC8AAAE69}"/>
              </a:ext>
            </a:extLst>
          </p:cNvPr>
          <p:cNvSpPr/>
          <p:nvPr/>
        </p:nvSpPr>
        <p:spPr>
          <a:xfrm>
            <a:off x="6738862" y="5861100"/>
            <a:ext cx="24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851B9C5E-0C7D-0FB8-969C-12A2317268C1}"/>
              </a:ext>
            </a:extLst>
          </p:cNvPr>
          <p:cNvSpPr/>
          <p:nvPr/>
        </p:nvSpPr>
        <p:spPr>
          <a:xfrm>
            <a:off x="6978862" y="5861100"/>
            <a:ext cx="24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D7724989-87D8-03AB-91B8-17113E7C64C4}"/>
              </a:ext>
            </a:extLst>
          </p:cNvPr>
          <p:cNvSpPr/>
          <p:nvPr/>
        </p:nvSpPr>
        <p:spPr>
          <a:xfrm>
            <a:off x="9738862" y="5861100"/>
            <a:ext cx="18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07F4C627-3B76-7359-4125-46EF3EE10775}"/>
              </a:ext>
            </a:extLst>
          </p:cNvPr>
          <p:cNvSpPr/>
          <p:nvPr/>
        </p:nvSpPr>
        <p:spPr>
          <a:xfrm>
            <a:off x="9918862" y="5861100"/>
            <a:ext cx="360000" cy="7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175AF7C-C4F4-B751-D2CA-CAEF27B8C5DD}"/>
              </a:ext>
            </a:extLst>
          </p:cNvPr>
          <p:cNvSpPr/>
          <p:nvPr/>
        </p:nvSpPr>
        <p:spPr>
          <a:xfrm>
            <a:off x="10278862" y="5861100"/>
            <a:ext cx="18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6A01042-D5AA-7E3F-DADD-87C766F9C3C1}"/>
              </a:ext>
            </a:extLst>
          </p:cNvPr>
          <p:cNvSpPr/>
          <p:nvPr/>
        </p:nvSpPr>
        <p:spPr>
          <a:xfrm>
            <a:off x="5058862" y="2981100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C6EF569-05A8-8082-32C5-19EA9742ED92}"/>
              </a:ext>
            </a:extLst>
          </p:cNvPr>
          <p:cNvSpPr/>
          <p:nvPr/>
        </p:nvSpPr>
        <p:spPr>
          <a:xfrm>
            <a:off x="7938862" y="2979650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070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894A8-C8BA-F053-6ECE-86D1615C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8C1E3-06D1-281A-C166-7B104C2C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F2137F-EA89-52E1-820A-6A1D80874E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738B00F3-AC03-E344-7DB1-225828BF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B2DE01-10DF-4C78-9CF3-8325F6A77B95}"/>
              </a:ext>
            </a:extLst>
          </p:cNvPr>
          <p:cNvSpPr/>
          <p:nvPr/>
        </p:nvSpPr>
        <p:spPr>
          <a:xfrm>
            <a:off x="73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04F339-1129-01A1-A704-B3347EA95401}"/>
              </a:ext>
            </a:extLst>
          </p:cNvPr>
          <p:cNvSpPr/>
          <p:nvPr/>
        </p:nvSpPr>
        <p:spPr>
          <a:xfrm>
            <a:off x="145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87544A-E8F2-1BBE-7633-9FEAFA73EC7B}"/>
              </a:ext>
            </a:extLst>
          </p:cNvPr>
          <p:cNvSpPr/>
          <p:nvPr/>
        </p:nvSpPr>
        <p:spPr>
          <a:xfrm>
            <a:off x="217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5F685D4-DFD2-FDB4-3FF2-4ECDE860C0A8}"/>
              </a:ext>
            </a:extLst>
          </p:cNvPr>
          <p:cNvSpPr/>
          <p:nvPr/>
        </p:nvSpPr>
        <p:spPr>
          <a:xfrm>
            <a:off x="289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2B31D06-D521-501D-3CBB-B3AEEA1921B5}"/>
              </a:ext>
            </a:extLst>
          </p:cNvPr>
          <p:cNvSpPr/>
          <p:nvPr/>
        </p:nvSpPr>
        <p:spPr>
          <a:xfrm>
            <a:off x="361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AD22533-E425-3996-1706-81A2424B0F04}"/>
              </a:ext>
            </a:extLst>
          </p:cNvPr>
          <p:cNvSpPr/>
          <p:nvPr/>
        </p:nvSpPr>
        <p:spPr>
          <a:xfrm>
            <a:off x="73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78B1881-46BD-B8D0-E057-8ACD759FD317}"/>
              </a:ext>
            </a:extLst>
          </p:cNvPr>
          <p:cNvSpPr/>
          <p:nvPr/>
        </p:nvSpPr>
        <p:spPr>
          <a:xfrm>
            <a:off x="145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6D8A02A-9187-92A4-BE22-F31E79FC3692}"/>
              </a:ext>
            </a:extLst>
          </p:cNvPr>
          <p:cNvSpPr/>
          <p:nvPr/>
        </p:nvSpPr>
        <p:spPr>
          <a:xfrm>
            <a:off x="217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E5342A4-3CB4-0BEF-26BF-4B97A31809B5}"/>
              </a:ext>
            </a:extLst>
          </p:cNvPr>
          <p:cNvSpPr/>
          <p:nvPr/>
        </p:nvSpPr>
        <p:spPr>
          <a:xfrm>
            <a:off x="289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06A9313-C10D-5EA5-43DA-1B8F8CFA2508}"/>
              </a:ext>
            </a:extLst>
          </p:cNvPr>
          <p:cNvSpPr/>
          <p:nvPr/>
        </p:nvSpPr>
        <p:spPr>
          <a:xfrm>
            <a:off x="361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AAEDF6D-55E9-4B54-9812-CB8309BD9E3A}"/>
              </a:ext>
            </a:extLst>
          </p:cNvPr>
          <p:cNvSpPr/>
          <p:nvPr/>
        </p:nvSpPr>
        <p:spPr>
          <a:xfrm>
            <a:off x="73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9FB9934-1DCC-43C7-3E5C-F175DA7E95F8}"/>
              </a:ext>
            </a:extLst>
          </p:cNvPr>
          <p:cNvSpPr/>
          <p:nvPr/>
        </p:nvSpPr>
        <p:spPr>
          <a:xfrm>
            <a:off x="145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DA538AC-1BAE-A1DE-744B-DC51AD4B1495}"/>
              </a:ext>
            </a:extLst>
          </p:cNvPr>
          <p:cNvSpPr/>
          <p:nvPr/>
        </p:nvSpPr>
        <p:spPr>
          <a:xfrm>
            <a:off x="217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7671D65-79F3-BC6A-5383-82F93B687CB9}"/>
              </a:ext>
            </a:extLst>
          </p:cNvPr>
          <p:cNvSpPr/>
          <p:nvPr/>
        </p:nvSpPr>
        <p:spPr>
          <a:xfrm>
            <a:off x="289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273E614-9F9E-6079-6BF3-B98A50758084}"/>
              </a:ext>
            </a:extLst>
          </p:cNvPr>
          <p:cNvSpPr/>
          <p:nvPr/>
        </p:nvSpPr>
        <p:spPr>
          <a:xfrm>
            <a:off x="361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6C853B8-DBFC-87F2-A1F1-FED2961BA122}"/>
              </a:ext>
            </a:extLst>
          </p:cNvPr>
          <p:cNvSpPr/>
          <p:nvPr/>
        </p:nvSpPr>
        <p:spPr>
          <a:xfrm>
            <a:off x="73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981B926-5829-7C67-FDFF-7621876B2A8E}"/>
              </a:ext>
            </a:extLst>
          </p:cNvPr>
          <p:cNvSpPr/>
          <p:nvPr/>
        </p:nvSpPr>
        <p:spPr>
          <a:xfrm>
            <a:off x="145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FF39D38-3A8C-01B7-BEB8-90CE35CCFA75}"/>
              </a:ext>
            </a:extLst>
          </p:cNvPr>
          <p:cNvSpPr/>
          <p:nvPr/>
        </p:nvSpPr>
        <p:spPr>
          <a:xfrm>
            <a:off x="217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B1441F7-181E-7CD9-B062-29DE85FAE306}"/>
              </a:ext>
            </a:extLst>
          </p:cNvPr>
          <p:cNvSpPr/>
          <p:nvPr/>
        </p:nvSpPr>
        <p:spPr>
          <a:xfrm>
            <a:off x="289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8635E75-720E-D447-9227-9A19670C80EF}"/>
              </a:ext>
            </a:extLst>
          </p:cNvPr>
          <p:cNvSpPr/>
          <p:nvPr/>
        </p:nvSpPr>
        <p:spPr>
          <a:xfrm>
            <a:off x="361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5FB868B-790C-AF76-5CBA-3A06135663A7}"/>
              </a:ext>
            </a:extLst>
          </p:cNvPr>
          <p:cNvSpPr/>
          <p:nvPr/>
        </p:nvSpPr>
        <p:spPr>
          <a:xfrm>
            <a:off x="73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10CA0BF-79ED-3FA7-EB4D-93E0F281F172}"/>
              </a:ext>
            </a:extLst>
          </p:cNvPr>
          <p:cNvSpPr/>
          <p:nvPr/>
        </p:nvSpPr>
        <p:spPr>
          <a:xfrm>
            <a:off x="145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4EF473A-56BC-1561-D970-18A378DB31AD}"/>
              </a:ext>
            </a:extLst>
          </p:cNvPr>
          <p:cNvSpPr/>
          <p:nvPr/>
        </p:nvSpPr>
        <p:spPr>
          <a:xfrm>
            <a:off x="217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3D954C9-1C83-512E-41AE-A53A272966D5}"/>
              </a:ext>
            </a:extLst>
          </p:cNvPr>
          <p:cNvSpPr/>
          <p:nvPr/>
        </p:nvSpPr>
        <p:spPr>
          <a:xfrm>
            <a:off x="289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5BD1D81-3BDD-7124-DA25-16A9C1330B3A}"/>
              </a:ext>
            </a:extLst>
          </p:cNvPr>
          <p:cNvSpPr/>
          <p:nvPr/>
        </p:nvSpPr>
        <p:spPr>
          <a:xfrm>
            <a:off x="361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41609DA-1DFE-82AF-3916-ABD548192C2F}"/>
              </a:ext>
            </a:extLst>
          </p:cNvPr>
          <p:cNvSpPr/>
          <p:nvPr/>
        </p:nvSpPr>
        <p:spPr>
          <a:xfrm>
            <a:off x="4338862" y="11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1F6BAB1-BA26-BF8B-1C21-E470D30A5526}"/>
              </a:ext>
            </a:extLst>
          </p:cNvPr>
          <p:cNvSpPr/>
          <p:nvPr/>
        </p:nvSpPr>
        <p:spPr>
          <a:xfrm>
            <a:off x="433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901059F-B6E3-E41B-9C79-62672BA50135}"/>
              </a:ext>
            </a:extLst>
          </p:cNvPr>
          <p:cNvSpPr/>
          <p:nvPr/>
        </p:nvSpPr>
        <p:spPr>
          <a:xfrm>
            <a:off x="433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E35233F-AC03-3DD1-C77E-105D6312B1C9}"/>
              </a:ext>
            </a:extLst>
          </p:cNvPr>
          <p:cNvSpPr/>
          <p:nvPr/>
        </p:nvSpPr>
        <p:spPr>
          <a:xfrm>
            <a:off x="433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D5B4DC2-28F4-555B-C280-5D8492D58F95}"/>
              </a:ext>
            </a:extLst>
          </p:cNvPr>
          <p:cNvSpPr/>
          <p:nvPr/>
        </p:nvSpPr>
        <p:spPr>
          <a:xfrm>
            <a:off x="433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7F26DF3-8FCF-101B-3FF6-65583BD7DABF}"/>
              </a:ext>
            </a:extLst>
          </p:cNvPr>
          <p:cNvSpPr/>
          <p:nvPr/>
        </p:nvSpPr>
        <p:spPr>
          <a:xfrm>
            <a:off x="73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B659409-92AF-1E2E-7D19-B84DA265E8EA}"/>
              </a:ext>
            </a:extLst>
          </p:cNvPr>
          <p:cNvSpPr/>
          <p:nvPr/>
        </p:nvSpPr>
        <p:spPr>
          <a:xfrm>
            <a:off x="145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890F20A-AE39-187F-0771-A6DDD4ABD7BB}"/>
              </a:ext>
            </a:extLst>
          </p:cNvPr>
          <p:cNvSpPr/>
          <p:nvPr/>
        </p:nvSpPr>
        <p:spPr>
          <a:xfrm>
            <a:off x="217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E53EF64-92CA-6870-84E7-0BB29CB91550}"/>
              </a:ext>
            </a:extLst>
          </p:cNvPr>
          <p:cNvSpPr/>
          <p:nvPr/>
        </p:nvSpPr>
        <p:spPr>
          <a:xfrm>
            <a:off x="289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5D6D0B9-D4AC-892E-0F7D-6700F617AE9D}"/>
              </a:ext>
            </a:extLst>
          </p:cNvPr>
          <p:cNvSpPr/>
          <p:nvPr/>
        </p:nvSpPr>
        <p:spPr>
          <a:xfrm>
            <a:off x="361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965C658-DD56-C2BE-1741-B3CF7FF9AA78}"/>
              </a:ext>
            </a:extLst>
          </p:cNvPr>
          <p:cNvSpPr/>
          <p:nvPr/>
        </p:nvSpPr>
        <p:spPr>
          <a:xfrm>
            <a:off x="4338862" y="47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7C6BD9B-637A-08F4-5285-6B8B46D6FA0D}"/>
              </a:ext>
            </a:extLst>
          </p:cNvPr>
          <p:cNvSpPr/>
          <p:nvPr/>
        </p:nvSpPr>
        <p:spPr>
          <a:xfrm>
            <a:off x="5778862" y="22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E9706B6-C2B5-C02A-53B8-2A2998EE0A63}"/>
              </a:ext>
            </a:extLst>
          </p:cNvPr>
          <p:cNvSpPr/>
          <p:nvPr/>
        </p:nvSpPr>
        <p:spPr>
          <a:xfrm>
            <a:off x="6498862" y="22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3D5D641-6A2E-7C4E-E9E0-E985AFF2CCEE}"/>
              </a:ext>
            </a:extLst>
          </p:cNvPr>
          <p:cNvSpPr/>
          <p:nvPr/>
        </p:nvSpPr>
        <p:spPr>
          <a:xfrm>
            <a:off x="7218862" y="22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C1F1832-40F9-ADB0-92DA-94F70725126F}"/>
              </a:ext>
            </a:extLst>
          </p:cNvPr>
          <p:cNvSpPr/>
          <p:nvPr/>
        </p:nvSpPr>
        <p:spPr>
          <a:xfrm>
            <a:off x="5778862" y="29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DE59937-7A46-971A-A9B6-D2FC15DD9105}"/>
              </a:ext>
            </a:extLst>
          </p:cNvPr>
          <p:cNvSpPr/>
          <p:nvPr/>
        </p:nvSpPr>
        <p:spPr>
          <a:xfrm>
            <a:off x="6498862" y="29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41AA6D3-C43F-9E0C-A06E-55C585AF7B68}"/>
              </a:ext>
            </a:extLst>
          </p:cNvPr>
          <p:cNvSpPr/>
          <p:nvPr/>
        </p:nvSpPr>
        <p:spPr>
          <a:xfrm>
            <a:off x="7218862" y="298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FFB8C2A-9FB0-62BC-F8CE-D9C09298975C}"/>
              </a:ext>
            </a:extLst>
          </p:cNvPr>
          <p:cNvSpPr/>
          <p:nvPr/>
        </p:nvSpPr>
        <p:spPr>
          <a:xfrm>
            <a:off x="5778862" y="37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C6046DA-5D30-174C-D0AE-2A5FC335F43A}"/>
              </a:ext>
            </a:extLst>
          </p:cNvPr>
          <p:cNvSpPr/>
          <p:nvPr/>
        </p:nvSpPr>
        <p:spPr>
          <a:xfrm>
            <a:off x="6498862" y="37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CF96D8E-C8F4-323F-893F-3B0A9C4402A9}"/>
              </a:ext>
            </a:extLst>
          </p:cNvPr>
          <p:cNvSpPr/>
          <p:nvPr/>
        </p:nvSpPr>
        <p:spPr>
          <a:xfrm>
            <a:off x="7218862" y="37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D82DB03-ADCF-BF26-89B6-D00A1CBC84E6}"/>
              </a:ext>
            </a:extLst>
          </p:cNvPr>
          <p:cNvSpPr/>
          <p:nvPr/>
        </p:nvSpPr>
        <p:spPr>
          <a:xfrm>
            <a:off x="865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66F2225-2786-4E47-D2B5-8F720CBD44AA}"/>
              </a:ext>
            </a:extLst>
          </p:cNvPr>
          <p:cNvSpPr/>
          <p:nvPr/>
        </p:nvSpPr>
        <p:spPr>
          <a:xfrm>
            <a:off x="937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E8459BA-73EB-50CA-857E-6A3769FA58E6}"/>
              </a:ext>
            </a:extLst>
          </p:cNvPr>
          <p:cNvSpPr/>
          <p:nvPr/>
        </p:nvSpPr>
        <p:spPr>
          <a:xfrm>
            <a:off x="1009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F485DB7-E5B2-DD60-5BB6-745278E939F1}"/>
              </a:ext>
            </a:extLst>
          </p:cNvPr>
          <p:cNvSpPr/>
          <p:nvPr/>
        </p:nvSpPr>
        <p:spPr>
          <a:xfrm>
            <a:off x="10818862" y="190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674BCB9-EDC6-9AAA-1D3B-0C7D0464D396}"/>
              </a:ext>
            </a:extLst>
          </p:cNvPr>
          <p:cNvSpPr/>
          <p:nvPr/>
        </p:nvSpPr>
        <p:spPr>
          <a:xfrm>
            <a:off x="865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4A7A343-CFF5-CD29-B2DE-054FDABD9817}"/>
              </a:ext>
            </a:extLst>
          </p:cNvPr>
          <p:cNvSpPr/>
          <p:nvPr/>
        </p:nvSpPr>
        <p:spPr>
          <a:xfrm>
            <a:off x="937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E93EAF1-C44D-F62F-04B8-E83253596BB3}"/>
              </a:ext>
            </a:extLst>
          </p:cNvPr>
          <p:cNvSpPr/>
          <p:nvPr/>
        </p:nvSpPr>
        <p:spPr>
          <a:xfrm>
            <a:off x="1009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5BBEC51-4C4C-73BF-A199-61EFA63C2C3C}"/>
              </a:ext>
            </a:extLst>
          </p:cNvPr>
          <p:cNvSpPr/>
          <p:nvPr/>
        </p:nvSpPr>
        <p:spPr>
          <a:xfrm>
            <a:off x="10818862" y="262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D4E66D9-A795-4E37-96F8-833A92B0F1CF}"/>
              </a:ext>
            </a:extLst>
          </p:cNvPr>
          <p:cNvSpPr/>
          <p:nvPr/>
        </p:nvSpPr>
        <p:spPr>
          <a:xfrm>
            <a:off x="865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31F0910-4320-A402-7D09-8F2B5C99173A}"/>
              </a:ext>
            </a:extLst>
          </p:cNvPr>
          <p:cNvSpPr/>
          <p:nvPr/>
        </p:nvSpPr>
        <p:spPr>
          <a:xfrm>
            <a:off x="937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DDDD8AA-066F-D729-5709-8D0452202DA6}"/>
              </a:ext>
            </a:extLst>
          </p:cNvPr>
          <p:cNvSpPr/>
          <p:nvPr/>
        </p:nvSpPr>
        <p:spPr>
          <a:xfrm>
            <a:off x="1009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4EE0CDA-44B2-54C9-5BAE-B319A5182DB9}"/>
              </a:ext>
            </a:extLst>
          </p:cNvPr>
          <p:cNvSpPr/>
          <p:nvPr/>
        </p:nvSpPr>
        <p:spPr>
          <a:xfrm>
            <a:off x="10818862" y="334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A7661AE-AF66-E9C8-0375-C72F9572D50E}"/>
              </a:ext>
            </a:extLst>
          </p:cNvPr>
          <p:cNvSpPr/>
          <p:nvPr/>
        </p:nvSpPr>
        <p:spPr>
          <a:xfrm>
            <a:off x="865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F240B4F-2DF3-BA84-C89C-F595FBCCD0C2}"/>
              </a:ext>
            </a:extLst>
          </p:cNvPr>
          <p:cNvSpPr/>
          <p:nvPr/>
        </p:nvSpPr>
        <p:spPr>
          <a:xfrm>
            <a:off x="937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083C1BB-64BB-8478-5BBE-53466A35D661}"/>
              </a:ext>
            </a:extLst>
          </p:cNvPr>
          <p:cNvSpPr/>
          <p:nvPr/>
        </p:nvSpPr>
        <p:spPr>
          <a:xfrm>
            <a:off x="1009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19079D93-7EF0-EC6D-4890-FF2CC5D3E756}"/>
              </a:ext>
            </a:extLst>
          </p:cNvPr>
          <p:cNvSpPr/>
          <p:nvPr/>
        </p:nvSpPr>
        <p:spPr>
          <a:xfrm>
            <a:off x="10818862" y="40611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1F042FF-4E14-E317-EC85-0F3CF5105780}"/>
              </a:ext>
            </a:extLst>
          </p:cNvPr>
          <p:cNvSpPr/>
          <p:nvPr/>
        </p:nvSpPr>
        <p:spPr>
          <a:xfrm rot="5400000">
            <a:off x="2719002" y="5681100"/>
            <a:ext cx="36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507E4E14-2EF8-1D71-2A2B-403FEAE35FB7}"/>
              </a:ext>
            </a:extLst>
          </p:cNvPr>
          <p:cNvSpPr/>
          <p:nvPr/>
        </p:nvSpPr>
        <p:spPr>
          <a:xfrm rot="5400000">
            <a:off x="2719002" y="6041100"/>
            <a:ext cx="36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E4F7E1ED-F6BB-6FD9-CD5A-B4DDC39742C1}"/>
              </a:ext>
            </a:extLst>
          </p:cNvPr>
          <p:cNvSpPr/>
          <p:nvPr/>
        </p:nvSpPr>
        <p:spPr>
          <a:xfrm rot="5400000">
            <a:off x="6738862" y="5621100"/>
            <a:ext cx="240000" cy="720000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4B9A77B-2213-8996-DB78-EFFED6EC79EF}"/>
              </a:ext>
            </a:extLst>
          </p:cNvPr>
          <p:cNvSpPr/>
          <p:nvPr/>
        </p:nvSpPr>
        <p:spPr>
          <a:xfrm rot="5400000">
            <a:off x="6738862" y="5861100"/>
            <a:ext cx="240000" cy="7200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CC3357A-2AA9-E44B-2D42-C61184F09A56}"/>
              </a:ext>
            </a:extLst>
          </p:cNvPr>
          <p:cNvSpPr/>
          <p:nvPr/>
        </p:nvSpPr>
        <p:spPr>
          <a:xfrm rot="5400000">
            <a:off x="6738862" y="6101100"/>
            <a:ext cx="24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5E8A36-772C-4AD9-6985-AB80BF847F5F}"/>
              </a:ext>
            </a:extLst>
          </p:cNvPr>
          <p:cNvSpPr/>
          <p:nvPr/>
        </p:nvSpPr>
        <p:spPr>
          <a:xfrm rot="5400000">
            <a:off x="10008862" y="5591100"/>
            <a:ext cx="18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861C91F-0BFD-610C-5650-7EC4DF8CBD5B}"/>
              </a:ext>
            </a:extLst>
          </p:cNvPr>
          <p:cNvSpPr/>
          <p:nvPr/>
        </p:nvSpPr>
        <p:spPr>
          <a:xfrm rot="5400000">
            <a:off x="9918862" y="5861100"/>
            <a:ext cx="360000" cy="7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64508BD9-C206-A12A-2E89-E70B4F9D95E2}"/>
              </a:ext>
            </a:extLst>
          </p:cNvPr>
          <p:cNvSpPr/>
          <p:nvPr/>
        </p:nvSpPr>
        <p:spPr>
          <a:xfrm rot="5400000">
            <a:off x="10008862" y="6131100"/>
            <a:ext cx="18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0EA581E-446F-0E6F-E5A2-3A30576732B1}"/>
              </a:ext>
            </a:extLst>
          </p:cNvPr>
          <p:cNvSpPr/>
          <p:nvPr/>
        </p:nvSpPr>
        <p:spPr>
          <a:xfrm>
            <a:off x="5058862" y="2981100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E92E8312-76F9-0E24-5040-046E5AB6647B}"/>
              </a:ext>
            </a:extLst>
          </p:cNvPr>
          <p:cNvSpPr/>
          <p:nvPr/>
        </p:nvSpPr>
        <p:spPr>
          <a:xfrm>
            <a:off x="7938862" y="2979650"/>
            <a:ext cx="720000" cy="720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934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7912-0277-534C-A40C-D0192BDB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67B37-5084-56AB-3E90-B1F95207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커널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7480FC-CC67-B7C1-8197-7770AD83CF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E89D4E4-7F68-C6AA-61DF-41BE13C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 descr="Tutorial 2: Convolutional Neural Networks — Neuromatch Academy:  Computational Neuroscience">
            <a:extLst>
              <a:ext uri="{FF2B5EF4-FFF2-40B4-BE49-F238E27FC236}">
                <a16:creationId xmlns:a16="http://schemas.microsoft.com/office/drawing/2014/main" id="{16E425D2-0287-C356-9C12-81752A4B5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862" y="1842045"/>
            <a:ext cx="9000000" cy="367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10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DB2B-311C-1770-BB6B-974DA2E2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93AA3-108A-87C2-1891-45017D7D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4D596-B542-8088-D1C3-FCE4A955CF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4ADF10E-303D-0423-D673-C9619439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커널을 가중치로서 학습하는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모델이 스스로 유의미한 이미지 패턴을 탐색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 x 3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(2 x 2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커널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(2 x 2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특성 맵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7BD607E-042F-353C-E989-BC469E831706}"/>
              </a:ext>
            </a:extLst>
          </p:cNvPr>
          <p:cNvSpPr/>
          <p:nvPr/>
        </p:nvSpPr>
        <p:spPr>
          <a:xfrm>
            <a:off x="7175500" y="16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98207D5-6239-8EEB-8684-6F2899C547C5}"/>
              </a:ext>
            </a:extLst>
          </p:cNvPr>
          <p:cNvSpPr/>
          <p:nvPr/>
        </p:nvSpPr>
        <p:spPr>
          <a:xfrm>
            <a:off x="7175500" y="21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105879D-785F-6D9E-98F4-0AC4016AC65B}"/>
              </a:ext>
            </a:extLst>
          </p:cNvPr>
          <p:cNvSpPr/>
          <p:nvPr/>
        </p:nvSpPr>
        <p:spPr>
          <a:xfrm>
            <a:off x="7175500" y="25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18E3E2D-249B-98D3-B22E-E6D374851CF3}"/>
              </a:ext>
            </a:extLst>
          </p:cNvPr>
          <p:cNvSpPr/>
          <p:nvPr/>
        </p:nvSpPr>
        <p:spPr>
          <a:xfrm>
            <a:off x="7175500" y="30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DDD3B31-AE95-E43E-2493-3289F4A993D3}"/>
              </a:ext>
            </a:extLst>
          </p:cNvPr>
          <p:cNvSpPr/>
          <p:nvPr/>
        </p:nvSpPr>
        <p:spPr>
          <a:xfrm>
            <a:off x="7175500" y="34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6455B04-1CFE-0433-9D19-8807939A4DBA}"/>
              </a:ext>
            </a:extLst>
          </p:cNvPr>
          <p:cNvSpPr/>
          <p:nvPr/>
        </p:nvSpPr>
        <p:spPr>
          <a:xfrm>
            <a:off x="7175500" y="39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60A64A2-095C-F388-F87F-D65269BD575F}"/>
              </a:ext>
            </a:extLst>
          </p:cNvPr>
          <p:cNvSpPr/>
          <p:nvPr/>
        </p:nvSpPr>
        <p:spPr>
          <a:xfrm>
            <a:off x="7175500" y="43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B20FD1C-7951-2ED8-191A-0F7E154D78AB}"/>
              </a:ext>
            </a:extLst>
          </p:cNvPr>
          <p:cNvSpPr/>
          <p:nvPr/>
        </p:nvSpPr>
        <p:spPr>
          <a:xfrm>
            <a:off x="7175500" y="48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092F096-3A64-20F2-5685-5C5C044AE5BD}"/>
              </a:ext>
            </a:extLst>
          </p:cNvPr>
          <p:cNvSpPr/>
          <p:nvPr/>
        </p:nvSpPr>
        <p:spPr>
          <a:xfrm>
            <a:off x="7175500" y="52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FA33151-82F8-C9E7-EB80-906AA59C9480}"/>
              </a:ext>
            </a:extLst>
          </p:cNvPr>
          <p:cNvSpPr/>
          <p:nvPr/>
        </p:nvSpPr>
        <p:spPr>
          <a:xfrm>
            <a:off x="8975500" y="282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96AF0B9-6003-03B7-07F3-63E8A53F0654}"/>
              </a:ext>
            </a:extLst>
          </p:cNvPr>
          <p:cNvSpPr/>
          <p:nvPr/>
        </p:nvSpPr>
        <p:spPr>
          <a:xfrm>
            <a:off x="8975500" y="327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D16767C-591C-4C57-E09E-47DBC64273DC}"/>
              </a:ext>
            </a:extLst>
          </p:cNvPr>
          <p:cNvSpPr/>
          <p:nvPr/>
        </p:nvSpPr>
        <p:spPr>
          <a:xfrm>
            <a:off x="8975500" y="372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4D8AD4C-8CAB-1A5A-C0F7-B309C57AD494}"/>
              </a:ext>
            </a:extLst>
          </p:cNvPr>
          <p:cNvSpPr/>
          <p:nvPr/>
        </p:nvSpPr>
        <p:spPr>
          <a:xfrm>
            <a:off x="8975500" y="417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66A2D51-6565-BFA3-DAEC-59B351D39EF0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>
            <a:off x="7535500" y="1879031"/>
            <a:ext cx="1440000" cy="112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ECE78AD-A585-7C9E-2116-98FFD28E5A10}"/>
              </a:ext>
            </a:extLst>
          </p:cNvPr>
          <p:cNvCxnSpPr>
            <a:cxnSpLocks/>
            <a:stCxn id="19" idx="6"/>
            <a:endCxn id="27" idx="2"/>
          </p:cNvCxnSpPr>
          <p:nvPr/>
        </p:nvCxnSpPr>
        <p:spPr>
          <a:xfrm>
            <a:off x="7535500" y="2329031"/>
            <a:ext cx="1440000" cy="67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8487574-1E9E-CF75-E0ED-E5DF390413E9}"/>
              </a:ext>
            </a:extLst>
          </p:cNvPr>
          <p:cNvCxnSpPr>
            <a:cxnSpLocks/>
            <a:stCxn id="22" idx="6"/>
            <a:endCxn id="27" idx="2"/>
          </p:cNvCxnSpPr>
          <p:nvPr/>
        </p:nvCxnSpPr>
        <p:spPr>
          <a:xfrm flipV="1">
            <a:off x="7535500" y="3004031"/>
            <a:ext cx="1440000" cy="67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5E4BE75-F1E0-1AFF-7E86-631B86880786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7535500" y="3004031"/>
            <a:ext cx="1440000" cy="22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33C1903-4490-C769-0FE4-49836C9C76B7}"/>
              </a:ext>
            </a:extLst>
          </p:cNvPr>
          <p:cNvCxnSpPr>
            <a:cxnSpLocks/>
            <a:stCxn id="19" idx="6"/>
            <a:endCxn id="28" idx="2"/>
          </p:cNvCxnSpPr>
          <p:nvPr/>
        </p:nvCxnSpPr>
        <p:spPr>
          <a:xfrm>
            <a:off x="7535500" y="2329031"/>
            <a:ext cx="1440000" cy="112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0CD091E-E038-2BB4-06BD-E38C5D48ED62}"/>
              </a:ext>
            </a:extLst>
          </p:cNvPr>
          <p:cNvCxnSpPr>
            <a:cxnSpLocks/>
            <a:stCxn id="20" idx="6"/>
            <a:endCxn id="28" idx="2"/>
          </p:cNvCxnSpPr>
          <p:nvPr/>
        </p:nvCxnSpPr>
        <p:spPr>
          <a:xfrm>
            <a:off x="7535500" y="2779031"/>
            <a:ext cx="1440000" cy="67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5D27DEE-EB01-C200-E0E1-FE568D9D8894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 flipV="1">
            <a:off x="7535500" y="3454031"/>
            <a:ext cx="1440000" cy="22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09465FA-C19C-F686-9006-98D7358E473A}"/>
              </a:ext>
            </a:extLst>
          </p:cNvPr>
          <p:cNvCxnSpPr>
            <a:cxnSpLocks/>
            <a:stCxn id="23" idx="6"/>
            <a:endCxn id="28" idx="2"/>
          </p:cNvCxnSpPr>
          <p:nvPr/>
        </p:nvCxnSpPr>
        <p:spPr>
          <a:xfrm flipV="1">
            <a:off x="7535500" y="3454031"/>
            <a:ext cx="1440000" cy="67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F955D52-64D0-EF3F-EA91-D3570864A1FA}"/>
              </a:ext>
            </a:extLst>
          </p:cNvPr>
          <p:cNvCxnSpPr>
            <a:cxnSpLocks/>
            <a:stCxn id="21" idx="6"/>
            <a:endCxn id="29" idx="2"/>
          </p:cNvCxnSpPr>
          <p:nvPr/>
        </p:nvCxnSpPr>
        <p:spPr>
          <a:xfrm>
            <a:off x="7535500" y="3229031"/>
            <a:ext cx="1440000" cy="67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5B933E1-7C24-D41A-3984-7EBC70952118}"/>
              </a:ext>
            </a:extLst>
          </p:cNvPr>
          <p:cNvCxnSpPr>
            <a:cxnSpLocks/>
            <a:stCxn id="22" idx="6"/>
            <a:endCxn id="29" idx="2"/>
          </p:cNvCxnSpPr>
          <p:nvPr/>
        </p:nvCxnSpPr>
        <p:spPr>
          <a:xfrm>
            <a:off x="7535500" y="3679031"/>
            <a:ext cx="1440000" cy="22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5EB09D6-3962-29F3-4BAF-73FB9894FB1A}"/>
              </a:ext>
            </a:extLst>
          </p:cNvPr>
          <p:cNvCxnSpPr>
            <a:cxnSpLocks/>
            <a:stCxn id="24" idx="6"/>
            <a:endCxn id="29" idx="2"/>
          </p:cNvCxnSpPr>
          <p:nvPr/>
        </p:nvCxnSpPr>
        <p:spPr>
          <a:xfrm flipV="1">
            <a:off x="7535500" y="3904031"/>
            <a:ext cx="1440000" cy="67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6FE4F1E-E0A5-A19B-CE6B-F90FD8C91B86}"/>
              </a:ext>
            </a:extLst>
          </p:cNvPr>
          <p:cNvCxnSpPr>
            <a:cxnSpLocks/>
            <a:stCxn id="25" idx="6"/>
            <a:endCxn id="29" idx="2"/>
          </p:cNvCxnSpPr>
          <p:nvPr/>
        </p:nvCxnSpPr>
        <p:spPr>
          <a:xfrm flipV="1">
            <a:off x="7535500" y="3904031"/>
            <a:ext cx="1440000" cy="112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29FE2D2-34D0-FB85-7DAA-E6105C472B7A}"/>
              </a:ext>
            </a:extLst>
          </p:cNvPr>
          <p:cNvCxnSpPr>
            <a:cxnSpLocks/>
            <a:stCxn id="22" idx="6"/>
            <a:endCxn id="30" idx="2"/>
          </p:cNvCxnSpPr>
          <p:nvPr/>
        </p:nvCxnSpPr>
        <p:spPr>
          <a:xfrm>
            <a:off x="7535500" y="3679031"/>
            <a:ext cx="1440000" cy="67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1F31660-8801-7DE7-3481-5C032C84CD6B}"/>
              </a:ext>
            </a:extLst>
          </p:cNvPr>
          <p:cNvCxnSpPr>
            <a:cxnSpLocks/>
            <a:stCxn id="23" idx="6"/>
            <a:endCxn id="30" idx="2"/>
          </p:cNvCxnSpPr>
          <p:nvPr/>
        </p:nvCxnSpPr>
        <p:spPr>
          <a:xfrm>
            <a:off x="7535500" y="4129031"/>
            <a:ext cx="1440000" cy="22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08CF247-6CF1-3DB1-FFE0-84D63E48120F}"/>
              </a:ext>
            </a:extLst>
          </p:cNvPr>
          <p:cNvCxnSpPr>
            <a:cxnSpLocks/>
            <a:stCxn id="25" idx="6"/>
            <a:endCxn id="30" idx="2"/>
          </p:cNvCxnSpPr>
          <p:nvPr/>
        </p:nvCxnSpPr>
        <p:spPr>
          <a:xfrm flipV="1">
            <a:off x="7535500" y="4354031"/>
            <a:ext cx="1440000" cy="67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D94A31A-4F54-E7D2-F14D-6089068C5D09}"/>
              </a:ext>
            </a:extLst>
          </p:cNvPr>
          <p:cNvCxnSpPr>
            <a:cxnSpLocks/>
            <a:stCxn id="26" idx="6"/>
            <a:endCxn id="30" idx="2"/>
          </p:cNvCxnSpPr>
          <p:nvPr/>
        </p:nvCxnSpPr>
        <p:spPr>
          <a:xfrm flipV="1">
            <a:off x="7535500" y="4354031"/>
            <a:ext cx="1440000" cy="112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835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6594-AF6B-0BAF-9182-4EFD98A9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25F4E-631C-3E56-815E-03AB5147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932B1B-A6EA-A7AA-83D6-8FCC90F2C4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D1F5009D-9755-E9D5-75CB-DAC30856C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커널을 가중치로서 학습하는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모델이 스스로 유의미한 이미지 패턴을 탐색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 x 3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(2 x 2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커널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(2 x 2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특성 맵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결국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Layer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일종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모든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연결하지 않음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가중치를 공유함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2A642F5-1044-6B45-15AF-01B309B0D3FE}"/>
              </a:ext>
            </a:extLst>
          </p:cNvPr>
          <p:cNvSpPr/>
          <p:nvPr/>
        </p:nvSpPr>
        <p:spPr>
          <a:xfrm>
            <a:off x="7175500" y="16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8908F9D-07A7-655F-218B-15D9CF7A4C90}"/>
              </a:ext>
            </a:extLst>
          </p:cNvPr>
          <p:cNvSpPr/>
          <p:nvPr/>
        </p:nvSpPr>
        <p:spPr>
          <a:xfrm>
            <a:off x="7175500" y="21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CABCBCD-FE7A-2B69-72F8-79FB7EC67934}"/>
              </a:ext>
            </a:extLst>
          </p:cNvPr>
          <p:cNvSpPr/>
          <p:nvPr/>
        </p:nvSpPr>
        <p:spPr>
          <a:xfrm>
            <a:off x="7175500" y="25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5D91EF4-93A7-C3C3-6C88-B0A3E14AA2C1}"/>
              </a:ext>
            </a:extLst>
          </p:cNvPr>
          <p:cNvSpPr/>
          <p:nvPr/>
        </p:nvSpPr>
        <p:spPr>
          <a:xfrm>
            <a:off x="7175500" y="30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054E1A6-B557-EAE5-73F3-3661A71D9A64}"/>
              </a:ext>
            </a:extLst>
          </p:cNvPr>
          <p:cNvSpPr/>
          <p:nvPr/>
        </p:nvSpPr>
        <p:spPr>
          <a:xfrm>
            <a:off x="7175500" y="34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2766713-C52A-1ABE-F83A-CFBCE200FE68}"/>
              </a:ext>
            </a:extLst>
          </p:cNvPr>
          <p:cNvSpPr/>
          <p:nvPr/>
        </p:nvSpPr>
        <p:spPr>
          <a:xfrm>
            <a:off x="7175500" y="39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D916954-9FA6-4E7B-C2B0-739AD9493CD2}"/>
              </a:ext>
            </a:extLst>
          </p:cNvPr>
          <p:cNvSpPr/>
          <p:nvPr/>
        </p:nvSpPr>
        <p:spPr>
          <a:xfrm>
            <a:off x="7175500" y="43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9909A0A-BFEA-1F3A-4B10-29BB34F46B37}"/>
              </a:ext>
            </a:extLst>
          </p:cNvPr>
          <p:cNvSpPr/>
          <p:nvPr/>
        </p:nvSpPr>
        <p:spPr>
          <a:xfrm>
            <a:off x="7175500" y="484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70A204C-48EB-E6E6-5C6E-59055652AB01}"/>
              </a:ext>
            </a:extLst>
          </p:cNvPr>
          <p:cNvSpPr/>
          <p:nvPr/>
        </p:nvSpPr>
        <p:spPr>
          <a:xfrm>
            <a:off x="7175500" y="5299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577F068-7713-15C1-68DE-E6E995FA2109}"/>
              </a:ext>
            </a:extLst>
          </p:cNvPr>
          <p:cNvSpPr/>
          <p:nvPr/>
        </p:nvSpPr>
        <p:spPr>
          <a:xfrm>
            <a:off x="8975500" y="282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DB959F1-1FF4-00B6-97E9-FA12D2D15463}"/>
              </a:ext>
            </a:extLst>
          </p:cNvPr>
          <p:cNvSpPr/>
          <p:nvPr/>
        </p:nvSpPr>
        <p:spPr>
          <a:xfrm>
            <a:off x="8975500" y="327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96642FD-2772-77E5-FEA6-BA24CEEB17E5}"/>
              </a:ext>
            </a:extLst>
          </p:cNvPr>
          <p:cNvSpPr/>
          <p:nvPr/>
        </p:nvSpPr>
        <p:spPr>
          <a:xfrm>
            <a:off x="8975500" y="372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AADEDF1-262F-9554-2790-EA8D38C006D9}"/>
              </a:ext>
            </a:extLst>
          </p:cNvPr>
          <p:cNvSpPr/>
          <p:nvPr/>
        </p:nvSpPr>
        <p:spPr>
          <a:xfrm>
            <a:off x="8975500" y="4174031"/>
            <a:ext cx="360000" cy="360000"/>
          </a:xfrm>
          <a:prstGeom prst="ellipse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F70584B-F937-550F-0503-406EF1A2ED8D}"/>
              </a:ext>
            </a:extLst>
          </p:cNvPr>
          <p:cNvCxnSpPr>
            <a:cxnSpLocks/>
            <a:stCxn id="18" idx="6"/>
            <a:endCxn id="27" idx="2"/>
          </p:cNvCxnSpPr>
          <p:nvPr/>
        </p:nvCxnSpPr>
        <p:spPr>
          <a:xfrm>
            <a:off x="7535500" y="1879031"/>
            <a:ext cx="1440000" cy="112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50E31A0-6D48-9636-72CA-4E5EDACE2D54}"/>
              </a:ext>
            </a:extLst>
          </p:cNvPr>
          <p:cNvCxnSpPr>
            <a:cxnSpLocks/>
            <a:stCxn id="19" idx="6"/>
            <a:endCxn id="27" idx="2"/>
          </p:cNvCxnSpPr>
          <p:nvPr/>
        </p:nvCxnSpPr>
        <p:spPr>
          <a:xfrm>
            <a:off x="7535500" y="2329031"/>
            <a:ext cx="1440000" cy="67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C79BDD6-ACDA-89DB-613F-66915DD0DE51}"/>
              </a:ext>
            </a:extLst>
          </p:cNvPr>
          <p:cNvCxnSpPr>
            <a:cxnSpLocks/>
            <a:stCxn id="22" idx="6"/>
            <a:endCxn id="27" idx="2"/>
          </p:cNvCxnSpPr>
          <p:nvPr/>
        </p:nvCxnSpPr>
        <p:spPr>
          <a:xfrm flipV="1">
            <a:off x="7535500" y="3004031"/>
            <a:ext cx="1440000" cy="67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9F7EE75-8127-59DD-A196-543BC907D70E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7535500" y="3004031"/>
            <a:ext cx="1440000" cy="22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900CA2E-0E5E-0240-5EFB-D19C6611107F}"/>
              </a:ext>
            </a:extLst>
          </p:cNvPr>
          <p:cNvCxnSpPr>
            <a:cxnSpLocks/>
            <a:stCxn id="19" idx="6"/>
            <a:endCxn id="28" idx="2"/>
          </p:cNvCxnSpPr>
          <p:nvPr/>
        </p:nvCxnSpPr>
        <p:spPr>
          <a:xfrm>
            <a:off x="7535500" y="2329031"/>
            <a:ext cx="1440000" cy="112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A7EE4BC-6AB9-CA1C-0E0D-16898EF8A5D8}"/>
              </a:ext>
            </a:extLst>
          </p:cNvPr>
          <p:cNvCxnSpPr>
            <a:cxnSpLocks/>
            <a:stCxn id="20" idx="6"/>
            <a:endCxn id="28" idx="2"/>
          </p:cNvCxnSpPr>
          <p:nvPr/>
        </p:nvCxnSpPr>
        <p:spPr>
          <a:xfrm>
            <a:off x="7535500" y="2779031"/>
            <a:ext cx="1440000" cy="67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87292D8-2A4F-7BD3-47B1-BC05CC8B5A91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 flipV="1">
            <a:off x="7535500" y="3454031"/>
            <a:ext cx="1440000" cy="22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1579DEA-A877-3486-A1A0-F27DC0B42F7A}"/>
              </a:ext>
            </a:extLst>
          </p:cNvPr>
          <p:cNvCxnSpPr>
            <a:cxnSpLocks/>
            <a:stCxn id="23" idx="6"/>
            <a:endCxn id="28" idx="2"/>
          </p:cNvCxnSpPr>
          <p:nvPr/>
        </p:nvCxnSpPr>
        <p:spPr>
          <a:xfrm flipV="1">
            <a:off x="7535500" y="3454031"/>
            <a:ext cx="1440000" cy="67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B19C41F-A73E-3CD2-16F3-511A296015DA}"/>
              </a:ext>
            </a:extLst>
          </p:cNvPr>
          <p:cNvCxnSpPr>
            <a:cxnSpLocks/>
            <a:stCxn id="21" idx="6"/>
            <a:endCxn id="29" idx="2"/>
          </p:cNvCxnSpPr>
          <p:nvPr/>
        </p:nvCxnSpPr>
        <p:spPr>
          <a:xfrm>
            <a:off x="7535500" y="3229031"/>
            <a:ext cx="1440000" cy="67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ACC0B1A-629D-4D9A-30A3-1B5C3C86D7AE}"/>
              </a:ext>
            </a:extLst>
          </p:cNvPr>
          <p:cNvCxnSpPr>
            <a:cxnSpLocks/>
            <a:stCxn id="22" idx="6"/>
            <a:endCxn id="29" idx="2"/>
          </p:cNvCxnSpPr>
          <p:nvPr/>
        </p:nvCxnSpPr>
        <p:spPr>
          <a:xfrm>
            <a:off x="7535500" y="3679031"/>
            <a:ext cx="1440000" cy="22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B8A0D18-3404-A2E7-A30E-2B79467F8532}"/>
              </a:ext>
            </a:extLst>
          </p:cNvPr>
          <p:cNvCxnSpPr>
            <a:cxnSpLocks/>
            <a:stCxn id="24" idx="6"/>
            <a:endCxn id="29" idx="2"/>
          </p:cNvCxnSpPr>
          <p:nvPr/>
        </p:nvCxnSpPr>
        <p:spPr>
          <a:xfrm flipV="1">
            <a:off x="7535500" y="3904031"/>
            <a:ext cx="1440000" cy="67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73B50F6-87B0-F687-F060-2F63C44E5B3A}"/>
              </a:ext>
            </a:extLst>
          </p:cNvPr>
          <p:cNvCxnSpPr>
            <a:cxnSpLocks/>
            <a:stCxn id="25" idx="6"/>
            <a:endCxn id="29" idx="2"/>
          </p:cNvCxnSpPr>
          <p:nvPr/>
        </p:nvCxnSpPr>
        <p:spPr>
          <a:xfrm flipV="1">
            <a:off x="7535500" y="3904031"/>
            <a:ext cx="1440000" cy="112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83165C7-9B64-DF82-4F2C-5FC57D0B4F17}"/>
              </a:ext>
            </a:extLst>
          </p:cNvPr>
          <p:cNvCxnSpPr>
            <a:cxnSpLocks/>
            <a:stCxn id="22" idx="6"/>
            <a:endCxn id="30" idx="2"/>
          </p:cNvCxnSpPr>
          <p:nvPr/>
        </p:nvCxnSpPr>
        <p:spPr>
          <a:xfrm>
            <a:off x="7535500" y="3679031"/>
            <a:ext cx="1440000" cy="675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CBCC2F4-9DF1-6ABA-2900-1826D27DF131}"/>
              </a:ext>
            </a:extLst>
          </p:cNvPr>
          <p:cNvCxnSpPr>
            <a:cxnSpLocks/>
            <a:stCxn id="23" idx="6"/>
            <a:endCxn id="30" idx="2"/>
          </p:cNvCxnSpPr>
          <p:nvPr/>
        </p:nvCxnSpPr>
        <p:spPr>
          <a:xfrm>
            <a:off x="7535500" y="4129031"/>
            <a:ext cx="1440000" cy="225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E663102-AA97-8482-92C6-BF8CA0130693}"/>
              </a:ext>
            </a:extLst>
          </p:cNvPr>
          <p:cNvCxnSpPr>
            <a:cxnSpLocks/>
            <a:stCxn id="25" idx="6"/>
            <a:endCxn id="30" idx="2"/>
          </p:cNvCxnSpPr>
          <p:nvPr/>
        </p:nvCxnSpPr>
        <p:spPr>
          <a:xfrm flipV="1">
            <a:off x="7535500" y="4354031"/>
            <a:ext cx="1440000" cy="675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A0CA3B8-1625-583A-2561-2BAE47F1DC5E}"/>
              </a:ext>
            </a:extLst>
          </p:cNvPr>
          <p:cNvCxnSpPr>
            <a:cxnSpLocks/>
            <a:stCxn id="26" idx="6"/>
            <a:endCxn id="30" idx="2"/>
          </p:cNvCxnSpPr>
          <p:nvPr/>
        </p:nvCxnSpPr>
        <p:spPr>
          <a:xfrm flipV="1">
            <a:off x="7535500" y="4354031"/>
            <a:ext cx="1440000" cy="1125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640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3A67-993C-0A40-6405-DDB27EFC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729B7-4202-1030-B15F-8A9A4FC8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2CCD3-E02A-F2C9-66A3-445ABAD07C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509F8B7-3A72-C62F-359E-585137881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채널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실제 이미지는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차원 형태의 데이터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채널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가로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세로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MNIST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데이터셋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흑백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1 x 28 x 28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CIFAR10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데이터셋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컬러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– 3 x 32 x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이미지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362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525D-A388-5EEE-9A54-01A26B30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E67E8-BB77-95DC-3C62-67D7FEEFD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AEFAE-CB97-9A1F-E043-D4AD7DE7D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B25BF71-6BBA-98F4-8D91-171838C8B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채널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실제 이미지는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차원 형태의 데이터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채널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가로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세로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MNIST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데이터셋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흑백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1 x 28 x 28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CIFAR10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데이터셋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컬러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– 3 x 32 x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이미지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I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I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(C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K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K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커널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(C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O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ko-KR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특성 맵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3" name="그림 2" descr="Types of Convolution Kernels : Simplified | Towards Data Science">
            <a:extLst>
              <a:ext uri="{FF2B5EF4-FFF2-40B4-BE49-F238E27FC236}">
                <a16:creationId xmlns:a16="http://schemas.microsoft.com/office/drawing/2014/main" id="{26D1D3E3-5AF1-1C3B-853E-CE49ED1F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862" y="3930653"/>
            <a:ext cx="7200000" cy="242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08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7FE2-A798-E73B-3026-6AE9FAEB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05805-CA8E-B40C-22F3-B3D20958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Pooling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CDF5C3-DF8B-EE9D-E8A3-E41D4F2E8F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982C77D-66B2-806C-FA21-9612C530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특정 영역 내에서 </a:t>
            </a:r>
            <a:r>
              <a:rPr lang="ko-KR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대표값을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선정하는 연산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x 2 Max Pooling Layer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8C46EF7-380C-AC37-E134-96CD999D67AD}"/>
              </a:ext>
            </a:extLst>
          </p:cNvPr>
          <p:cNvSpPr/>
          <p:nvPr/>
        </p:nvSpPr>
        <p:spPr>
          <a:xfrm>
            <a:off x="289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52021C2-28B3-5DC8-9817-3A8164404666}"/>
              </a:ext>
            </a:extLst>
          </p:cNvPr>
          <p:cNvSpPr/>
          <p:nvPr/>
        </p:nvSpPr>
        <p:spPr>
          <a:xfrm>
            <a:off x="361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2CA9C45-3630-6C06-16A3-78328B5ADB14}"/>
              </a:ext>
            </a:extLst>
          </p:cNvPr>
          <p:cNvSpPr/>
          <p:nvPr/>
        </p:nvSpPr>
        <p:spPr>
          <a:xfrm>
            <a:off x="433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A2F1516-8671-622E-1493-E5BD479403E2}"/>
              </a:ext>
            </a:extLst>
          </p:cNvPr>
          <p:cNvSpPr/>
          <p:nvPr/>
        </p:nvSpPr>
        <p:spPr>
          <a:xfrm>
            <a:off x="505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3C1E2B3-7DFC-8580-C02F-183F5A547D27}"/>
              </a:ext>
            </a:extLst>
          </p:cNvPr>
          <p:cNvSpPr/>
          <p:nvPr/>
        </p:nvSpPr>
        <p:spPr>
          <a:xfrm>
            <a:off x="289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64D1D3D-442F-F321-A247-48FBFC8AA82E}"/>
              </a:ext>
            </a:extLst>
          </p:cNvPr>
          <p:cNvSpPr/>
          <p:nvPr/>
        </p:nvSpPr>
        <p:spPr>
          <a:xfrm>
            <a:off x="361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C16456B-115D-B1D9-17E9-37420D54A55F}"/>
              </a:ext>
            </a:extLst>
          </p:cNvPr>
          <p:cNvSpPr/>
          <p:nvPr/>
        </p:nvSpPr>
        <p:spPr>
          <a:xfrm>
            <a:off x="433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CB77AB2-49AE-C7EE-6216-8568173FA062}"/>
              </a:ext>
            </a:extLst>
          </p:cNvPr>
          <p:cNvSpPr/>
          <p:nvPr/>
        </p:nvSpPr>
        <p:spPr>
          <a:xfrm>
            <a:off x="505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E289B9D-2B1D-2B2C-B1B4-C77FE0FFE6A3}"/>
              </a:ext>
            </a:extLst>
          </p:cNvPr>
          <p:cNvSpPr/>
          <p:nvPr/>
        </p:nvSpPr>
        <p:spPr>
          <a:xfrm>
            <a:off x="289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F0B57EF-8772-8196-3AFD-D4E1899D8F87}"/>
              </a:ext>
            </a:extLst>
          </p:cNvPr>
          <p:cNvSpPr/>
          <p:nvPr/>
        </p:nvSpPr>
        <p:spPr>
          <a:xfrm>
            <a:off x="361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AF2613A-74A0-E40B-346C-733F7A0711C5}"/>
              </a:ext>
            </a:extLst>
          </p:cNvPr>
          <p:cNvSpPr/>
          <p:nvPr/>
        </p:nvSpPr>
        <p:spPr>
          <a:xfrm>
            <a:off x="433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86F526D-1392-A65E-6D01-00E55774C026}"/>
              </a:ext>
            </a:extLst>
          </p:cNvPr>
          <p:cNvSpPr/>
          <p:nvPr/>
        </p:nvSpPr>
        <p:spPr>
          <a:xfrm>
            <a:off x="505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ACA4ED4-31B0-C81E-F29E-F76914925E17}"/>
              </a:ext>
            </a:extLst>
          </p:cNvPr>
          <p:cNvSpPr/>
          <p:nvPr/>
        </p:nvSpPr>
        <p:spPr>
          <a:xfrm>
            <a:off x="289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B03EB9E-5C24-7E12-AAC3-C1EB22A74089}"/>
              </a:ext>
            </a:extLst>
          </p:cNvPr>
          <p:cNvSpPr/>
          <p:nvPr/>
        </p:nvSpPr>
        <p:spPr>
          <a:xfrm>
            <a:off x="361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121524B-EF95-52CE-D2BE-BC5C0A0FFDA6}"/>
              </a:ext>
            </a:extLst>
          </p:cNvPr>
          <p:cNvSpPr/>
          <p:nvPr/>
        </p:nvSpPr>
        <p:spPr>
          <a:xfrm>
            <a:off x="433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4297E5D-8BA8-5F75-6D26-DD1BAC3340E4}"/>
              </a:ext>
            </a:extLst>
          </p:cNvPr>
          <p:cNvSpPr/>
          <p:nvPr/>
        </p:nvSpPr>
        <p:spPr>
          <a:xfrm>
            <a:off x="505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B2E7CCC-51BB-68AF-E166-14C7BF5F5995}"/>
              </a:ext>
            </a:extLst>
          </p:cNvPr>
          <p:cNvSpPr/>
          <p:nvPr/>
        </p:nvSpPr>
        <p:spPr>
          <a:xfrm>
            <a:off x="865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2599BD1-CE47-5B95-681D-4947A44300BB}"/>
              </a:ext>
            </a:extLst>
          </p:cNvPr>
          <p:cNvSpPr/>
          <p:nvPr/>
        </p:nvSpPr>
        <p:spPr>
          <a:xfrm>
            <a:off x="793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B07F769-21AC-12D8-257B-E52B5F874A47}"/>
              </a:ext>
            </a:extLst>
          </p:cNvPr>
          <p:cNvSpPr/>
          <p:nvPr/>
        </p:nvSpPr>
        <p:spPr>
          <a:xfrm>
            <a:off x="865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A81D94E1-B9FD-BF35-3585-4FB18B57B68B}"/>
              </a:ext>
            </a:extLst>
          </p:cNvPr>
          <p:cNvSpPr/>
          <p:nvPr/>
        </p:nvSpPr>
        <p:spPr>
          <a:xfrm>
            <a:off x="6498862" y="4689000"/>
            <a:ext cx="720000" cy="360000"/>
          </a:xfrm>
          <a:prstGeom prst="rightArrow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C8773E-E84A-DA63-6B27-D81AD1850172}"/>
              </a:ext>
            </a:extLst>
          </p:cNvPr>
          <p:cNvSpPr/>
          <p:nvPr/>
        </p:nvSpPr>
        <p:spPr>
          <a:xfrm>
            <a:off x="2898862" y="3429000"/>
            <a:ext cx="1440000" cy="144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0A1E7F7-3AAD-D74C-5B6C-44836C5CC60C}"/>
              </a:ext>
            </a:extLst>
          </p:cNvPr>
          <p:cNvSpPr/>
          <p:nvPr/>
        </p:nvSpPr>
        <p:spPr>
          <a:xfrm>
            <a:off x="7938862" y="4149000"/>
            <a:ext cx="720000" cy="72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998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2E8E-D491-0274-005F-29BF23C4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2F4D3-AFD8-F3DE-B4C1-AB51135B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Pooling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80F188-C757-AE32-9258-EBB6CBBEA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A5B096B-6C76-D244-C735-BA9377E30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특정 영역 내에서 </a:t>
            </a:r>
            <a:r>
              <a:rPr lang="ko-KR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대표값을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선정하는 연산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x 2 Max Pooling Layer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2B98271-805E-7AFD-4B84-55ACE190256B}"/>
              </a:ext>
            </a:extLst>
          </p:cNvPr>
          <p:cNvSpPr/>
          <p:nvPr/>
        </p:nvSpPr>
        <p:spPr>
          <a:xfrm>
            <a:off x="289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CBA4F2-1556-E25C-E918-FDC59DC617B7}"/>
              </a:ext>
            </a:extLst>
          </p:cNvPr>
          <p:cNvSpPr/>
          <p:nvPr/>
        </p:nvSpPr>
        <p:spPr>
          <a:xfrm>
            <a:off x="361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89D15B1-B602-06B8-99C3-0F61895DF394}"/>
              </a:ext>
            </a:extLst>
          </p:cNvPr>
          <p:cNvSpPr/>
          <p:nvPr/>
        </p:nvSpPr>
        <p:spPr>
          <a:xfrm>
            <a:off x="433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760CCFC-B4B8-EB59-5837-C232269C5968}"/>
              </a:ext>
            </a:extLst>
          </p:cNvPr>
          <p:cNvSpPr/>
          <p:nvPr/>
        </p:nvSpPr>
        <p:spPr>
          <a:xfrm>
            <a:off x="505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E254702-ED6C-0EB4-46DC-07E5AE5906B3}"/>
              </a:ext>
            </a:extLst>
          </p:cNvPr>
          <p:cNvSpPr/>
          <p:nvPr/>
        </p:nvSpPr>
        <p:spPr>
          <a:xfrm>
            <a:off x="289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CE38CAF-0348-5D8D-4E12-6A96E0B6C099}"/>
              </a:ext>
            </a:extLst>
          </p:cNvPr>
          <p:cNvSpPr/>
          <p:nvPr/>
        </p:nvSpPr>
        <p:spPr>
          <a:xfrm>
            <a:off x="361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5611EC2-9877-EF51-D390-1FE6725E8596}"/>
              </a:ext>
            </a:extLst>
          </p:cNvPr>
          <p:cNvSpPr/>
          <p:nvPr/>
        </p:nvSpPr>
        <p:spPr>
          <a:xfrm>
            <a:off x="433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0E61D1C-6C1E-2A63-24F0-48304C8C7D91}"/>
              </a:ext>
            </a:extLst>
          </p:cNvPr>
          <p:cNvSpPr/>
          <p:nvPr/>
        </p:nvSpPr>
        <p:spPr>
          <a:xfrm>
            <a:off x="505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25E3412-6A10-478F-CC70-81BAA3A93444}"/>
              </a:ext>
            </a:extLst>
          </p:cNvPr>
          <p:cNvSpPr/>
          <p:nvPr/>
        </p:nvSpPr>
        <p:spPr>
          <a:xfrm>
            <a:off x="289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8EC3B6A-1403-3FDC-825B-AB4891D4A54D}"/>
              </a:ext>
            </a:extLst>
          </p:cNvPr>
          <p:cNvSpPr/>
          <p:nvPr/>
        </p:nvSpPr>
        <p:spPr>
          <a:xfrm>
            <a:off x="361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272B8EA-3BBD-58A7-0EBC-63D2AC6EFB86}"/>
              </a:ext>
            </a:extLst>
          </p:cNvPr>
          <p:cNvSpPr/>
          <p:nvPr/>
        </p:nvSpPr>
        <p:spPr>
          <a:xfrm>
            <a:off x="433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1E96BC0-97B8-8AD7-FD6F-1E8CB8DCE6C1}"/>
              </a:ext>
            </a:extLst>
          </p:cNvPr>
          <p:cNvSpPr/>
          <p:nvPr/>
        </p:nvSpPr>
        <p:spPr>
          <a:xfrm>
            <a:off x="505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D5D50E7-026E-2331-F3A7-1BF7EF37DC16}"/>
              </a:ext>
            </a:extLst>
          </p:cNvPr>
          <p:cNvSpPr/>
          <p:nvPr/>
        </p:nvSpPr>
        <p:spPr>
          <a:xfrm>
            <a:off x="289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855D8E5-472E-A62B-B115-95F0A072B241}"/>
              </a:ext>
            </a:extLst>
          </p:cNvPr>
          <p:cNvSpPr/>
          <p:nvPr/>
        </p:nvSpPr>
        <p:spPr>
          <a:xfrm>
            <a:off x="361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9E8341C-6F07-B88B-FBE0-1BE213DF51B2}"/>
              </a:ext>
            </a:extLst>
          </p:cNvPr>
          <p:cNvSpPr/>
          <p:nvPr/>
        </p:nvSpPr>
        <p:spPr>
          <a:xfrm>
            <a:off x="433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E92A1C7-15F9-E5CA-A65E-22DE2AC7875A}"/>
              </a:ext>
            </a:extLst>
          </p:cNvPr>
          <p:cNvSpPr/>
          <p:nvPr/>
        </p:nvSpPr>
        <p:spPr>
          <a:xfrm>
            <a:off x="505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ED969DF-2174-EC8A-8266-3B8D9F97D6E8}"/>
              </a:ext>
            </a:extLst>
          </p:cNvPr>
          <p:cNvSpPr/>
          <p:nvPr/>
        </p:nvSpPr>
        <p:spPr>
          <a:xfrm>
            <a:off x="793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6EB7AA-B4D3-A037-8344-D0AF055C75FE}"/>
              </a:ext>
            </a:extLst>
          </p:cNvPr>
          <p:cNvSpPr/>
          <p:nvPr/>
        </p:nvSpPr>
        <p:spPr>
          <a:xfrm>
            <a:off x="865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C6C42DF1-65A9-8B2D-3C9B-8BF061EA3E7E}"/>
              </a:ext>
            </a:extLst>
          </p:cNvPr>
          <p:cNvSpPr/>
          <p:nvPr/>
        </p:nvSpPr>
        <p:spPr>
          <a:xfrm>
            <a:off x="6498862" y="4689000"/>
            <a:ext cx="720000" cy="360000"/>
          </a:xfrm>
          <a:prstGeom prst="rightArrow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E06251-E9BF-6BF2-505F-79A32AE693E4}"/>
              </a:ext>
            </a:extLst>
          </p:cNvPr>
          <p:cNvSpPr/>
          <p:nvPr/>
        </p:nvSpPr>
        <p:spPr>
          <a:xfrm>
            <a:off x="4338862" y="3429000"/>
            <a:ext cx="1440000" cy="144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D154297-244A-AA9B-9EDB-B746D52E4394}"/>
              </a:ext>
            </a:extLst>
          </p:cNvPr>
          <p:cNvSpPr/>
          <p:nvPr/>
        </p:nvSpPr>
        <p:spPr>
          <a:xfrm>
            <a:off x="793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B177A84-5531-96D6-414B-6D8BE8298A80}"/>
              </a:ext>
            </a:extLst>
          </p:cNvPr>
          <p:cNvSpPr/>
          <p:nvPr/>
        </p:nvSpPr>
        <p:spPr>
          <a:xfrm>
            <a:off x="8658862" y="4149000"/>
            <a:ext cx="720000" cy="72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237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86E94-BB0D-7C90-B156-E1DD6404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2F912-8969-A6BF-320E-0B944FA9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Pooling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CF3A98-015C-E7D1-0F72-9A909D554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DE490CA1-BE23-8131-BCC5-45046C495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특정 영역 내에서 </a:t>
            </a:r>
            <a:r>
              <a:rPr lang="ko-KR" alt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대표값을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선정하는 연산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x 2 Max Pooling Layer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7CD595C-EBED-3B0D-C06A-BF9F52D33AAE}"/>
              </a:ext>
            </a:extLst>
          </p:cNvPr>
          <p:cNvSpPr/>
          <p:nvPr/>
        </p:nvSpPr>
        <p:spPr>
          <a:xfrm>
            <a:off x="289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E57ABE1-3BA8-449D-F518-15F98BA14E1A}"/>
              </a:ext>
            </a:extLst>
          </p:cNvPr>
          <p:cNvSpPr/>
          <p:nvPr/>
        </p:nvSpPr>
        <p:spPr>
          <a:xfrm>
            <a:off x="361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F47DA48-354A-3DB3-77A1-04206489523C}"/>
              </a:ext>
            </a:extLst>
          </p:cNvPr>
          <p:cNvSpPr/>
          <p:nvPr/>
        </p:nvSpPr>
        <p:spPr>
          <a:xfrm>
            <a:off x="433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485D340-7E56-3736-E859-B8C828AB1560}"/>
              </a:ext>
            </a:extLst>
          </p:cNvPr>
          <p:cNvSpPr/>
          <p:nvPr/>
        </p:nvSpPr>
        <p:spPr>
          <a:xfrm>
            <a:off x="5058862" y="342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065D655-9552-CA83-99BF-A76E09CD9920}"/>
              </a:ext>
            </a:extLst>
          </p:cNvPr>
          <p:cNvSpPr/>
          <p:nvPr/>
        </p:nvSpPr>
        <p:spPr>
          <a:xfrm>
            <a:off x="289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E0FFDC2-238D-8F43-3BE4-86A6B77B0326}"/>
              </a:ext>
            </a:extLst>
          </p:cNvPr>
          <p:cNvSpPr/>
          <p:nvPr/>
        </p:nvSpPr>
        <p:spPr>
          <a:xfrm>
            <a:off x="361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992DF2-40F9-626C-21B6-E9E41AAAAAE5}"/>
              </a:ext>
            </a:extLst>
          </p:cNvPr>
          <p:cNvSpPr/>
          <p:nvPr/>
        </p:nvSpPr>
        <p:spPr>
          <a:xfrm>
            <a:off x="433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7F0CFF0-C3E0-AD75-94C8-949D2E69C171}"/>
              </a:ext>
            </a:extLst>
          </p:cNvPr>
          <p:cNvSpPr/>
          <p:nvPr/>
        </p:nvSpPr>
        <p:spPr>
          <a:xfrm>
            <a:off x="505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2DBDA4D-AB1A-9D35-EC9D-CC6AB54BDAF2}"/>
              </a:ext>
            </a:extLst>
          </p:cNvPr>
          <p:cNvSpPr/>
          <p:nvPr/>
        </p:nvSpPr>
        <p:spPr>
          <a:xfrm>
            <a:off x="289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6A16924-4267-0D70-1736-596BC33CFCCC}"/>
              </a:ext>
            </a:extLst>
          </p:cNvPr>
          <p:cNvSpPr/>
          <p:nvPr/>
        </p:nvSpPr>
        <p:spPr>
          <a:xfrm>
            <a:off x="361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FFDFAC4-1B37-DDE9-0C5E-6D88F441F0BA}"/>
              </a:ext>
            </a:extLst>
          </p:cNvPr>
          <p:cNvSpPr/>
          <p:nvPr/>
        </p:nvSpPr>
        <p:spPr>
          <a:xfrm>
            <a:off x="433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7C77A9A-0E1E-BA17-D6B6-F0CA9F4FDAFE}"/>
              </a:ext>
            </a:extLst>
          </p:cNvPr>
          <p:cNvSpPr/>
          <p:nvPr/>
        </p:nvSpPr>
        <p:spPr>
          <a:xfrm>
            <a:off x="505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179EABC-BBD2-15DE-E45A-44F2EE19257D}"/>
              </a:ext>
            </a:extLst>
          </p:cNvPr>
          <p:cNvSpPr/>
          <p:nvPr/>
        </p:nvSpPr>
        <p:spPr>
          <a:xfrm>
            <a:off x="289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A1B6807-BB83-95D5-7288-A1C7C0978A3B}"/>
              </a:ext>
            </a:extLst>
          </p:cNvPr>
          <p:cNvSpPr/>
          <p:nvPr/>
        </p:nvSpPr>
        <p:spPr>
          <a:xfrm>
            <a:off x="361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A49F1FE-B6FE-89D0-A37A-EFA3B33931D2}"/>
              </a:ext>
            </a:extLst>
          </p:cNvPr>
          <p:cNvSpPr/>
          <p:nvPr/>
        </p:nvSpPr>
        <p:spPr>
          <a:xfrm>
            <a:off x="433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9A0EDD0-10DD-7139-7144-F5015C1CDE74}"/>
              </a:ext>
            </a:extLst>
          </p:cNvPr>
          <p:cNvSpPr/>
          <p:nvPr/>
        </p:nvSpPr>
        <p:spPr>
          <a:xfrm>
            <a:off x="5058862" y="558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6FAB1DE-0FA8-C7AE-55BD-B00382537116}"/>
              </a:ext>
            </a:extLst>
          </p:cNvPr>
          <p:cNvSpPr/>
          <p:nvPr/>
        </p:nvSpPr>
        <p:spPr>
          <a:xfrm>
            <a:off x="793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66FBCBF-99A3-16F5-A1B4-5B767C6E0F2C}"/>
              </a:ext>
            </a:extLst>
          </p:cNvPr>
          <p:cNvSpPr/>
          <p:nvPr/>
        </p:nvSpPr>
        <p:spPr>
          <a:xfrm>
            <a:off x="8658862" y="414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BCEEE87-3759-1282-A538-CAEB620A4E3E}"/>
              </a:ext>
            </a:extLst>
          </p:cNvPr>
          <p:cNvSpPr/>
          <p:nvPr/>
        </p:nvSpPr>
        <p:spPr>
          <a:xfrm>
            <a:off x="793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4A90A0E-2117-3E2A-43F6-03082983133C}"/>
              </a:ext>
            </a:extLst>
          </p:cNvPr>
          <p:cNvSpPr/>
          <p:nvPr/>
        </p:nvSpPr>
        <p:spPr>
          <a:xfrm>
            <a:off x="8658862" y="4869000"/>
            <a:ext cx="720000" cy="720000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ko-KR" altLang="en-US" sz="4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EB885CF0-871B-EC0F-C20B-E4DE3355E1BD}"/>
              </a:ext>
            </a:extLst>
          </p:cNvPr>
          <p:cNvSpPr/>
          <p:nvPr/>
        </p:nvSpPr>
        <p:spPr>
          <a:xfrm>
            <a:off x="6498862" y="4689000"/>
            <a:ext cx="720000" cy="360000"/>
          </a:xfrm>
          <a:prstGeom prst="rightArrow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171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4655-1272-D0F6-DC9D-45C027E0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98BD0-8200-F392-289D-2EB367C1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Pooling Layer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A49AFD-DCEC-E6D3-6F6D-4BC4537B5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99A3C37-5E86-F5E5-0F89-9B13B367A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이미지는 많은 픽셀이 존재하기에 특성 </a:t>
            </a:r>
            <a:r>
              <a:rPr lang="ko-KR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맵의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크기를 축소하여 </a:t>
            </a:r>
            <a:r>
              <a:rPr lang="ko-KR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연산량을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감소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Layer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와 달리 학습할 가중치가 없음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이미지 속 객체의 위치나 형태가 약간 변형되어도 동일한 특성으로 인식 가능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Pooling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방식은 다양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Max, Min, Average 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등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대부분의 경우 채널 별로 수행</a:t>
            </a:r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126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CA54-36C5-E575-BFFD-A4FDF393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39DBA-8468-102F-A8FA-7B4534B7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86C8F6-9353-479D-CE0B-8321BDE98C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431D009-A5C5-C4B8-A957-51FF6AA44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 descr="Deep Learning Architecture 1 : Lenet | by Abhishek Jain | Medium">
            <a:extLst>
              <a:ext uri="{FF2B5EF4-FFF2-40B4-BE49-F238E27FC236}">
                <a16:creationId xmlns:a16="http://schemas.microsoft.com/office/drawing/2014/main" id="{3A529963-4326-6123-3908-A1517CF27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62" y="1403098"/>
            <a:ext cx="10800000" cy="4551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ACC703-77E0-84A1-316F-E63130A04101}"/>
              </a:ext>
            </a:extLst>
          </p:cNvPr>
          <p:cNvSpPr txBox="1"/>
          <p:nvPr/>
        </p:nvSpPr>
        <p:spPr>
          <a:xfrm>
            <a:off x="2829815" y="6176961"/>
            <a:ext cx="6618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 → Pooling → Convolution → Pooling → … → MLP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37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F60E-FD38-1335-BE65-F8C71B97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BA771-2B3A-DF5E-3CFB-9FABFCA8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심화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729D79-3A0C-728D-9C11-3E3CEA946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구조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713DBAA-0843-17F1-34B1-1906385E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Stride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Padding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Dilation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Normalization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Residual Connection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Bottleneck Layer</a:t>
            </a:r>
          </a:p>
        </p:txBody>
      </p:sp>
    </p:spTree>
    <p:extLst>
      <p:ext uri="{BB962C8B-B14F-4D97-AF65-F5344CB8AC3E}">
        <p14:creationId xmlns:p14="http://schemas.microsoft.com/office/powerpoint/2010/main" val="42624496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6">
      <a:dk1>
        <a:srgbClr val="002233"/>
      </a:dk1>
      <a:lt1>
        <a:sysClr val="window" lastClr="FFFFFF"/>
      </a:lt1>
      <a:dk2>
        <a:srgbClr val="002233"/>
      </a:dk2>
      <a:lt2>
        <a:srgbClr val="E7E6E6"/>
      </a:lt2>
      <a:accent1>
        <a:srgbClr val="EC8B83"/>
      </a:accent1>
      <a:accent2>
        <a:srgbClr val="98B2D1"/>
      </a:accent2>
      <a:accent3>
        <a:srgbClr val="FEAE51"/>
      </a:accent3>
      <a:accent4>
        <a:srgbClr val="B35F44"/>
      </a:accent4>
      <a:accent5>
        <a:srgbClr val="3078B4"/>
      </a:accent5>
      <a:accent6>
        <a:srgbClr val="9FDBAD"/>
      </a:accent6>
      <a:hlink>
        <a:srgbClr val="0563C1"/>
      </a:hlink>
      <a:folHlink>
        <a:srgbClr val="954F72"/>
      </a:folHlink>
    </a:clrScheme>
    <a:fontScheme name="사용자 지정 3">
      <a:majorFont>
        <a:latin typeface="Aleo"/>
        <a:ea typeface="나눔바른고딕"/>
        <a:cs typeface=""/>
      </a:majorFont>
      <a:minorFont>
        <a:latin typeface="Aleo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1120</Words>
  <Application>Microsoft Office PowerPoint</Application>
  <PresentationFormat>와이드스크린</PresentationFormat>
  <Paragraphs>640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맑은 고딕</vt:lpstr>
      <vt:lpstr>Aleo</vt:lpstr>
      <vt:lpstr>Aleo Light</vt:lpstr>
      <vt:lpstr>Arial</vt:lpstr>
      <vt:lpstr>Calibri</vt:lpstr>
      <vt:lpstr>Cambria Math</vt:lpstr>
      <vt:lpstr>1_Office 테마</vt:lpstr>
      <vt:lpstr>Convolutional Neural Network (CNN)</vt:lpstr>
      <vt:lpstr>목차</vt:lpstr>
      <vt:lpstr>Perceptron</vt:lpstr>
      <vt:lpstr>Perceptron</vt:lpstr>
      <vt:lpstr>Multi-Layer Perceptron</vt:lpstr>
      <vt:lpstr>Multi-Layer Perceptron</vt:lpstr>
      <vt:lpstr>Multi-Layer Perceptron</vt:lpstr>
      <vt:lpstr>Multi-Layer Perceptron</vt:lpstr>
      <vt:lpstr>Multi-Layer Perceptron</vt:lpstr>
      <vt:lpstr>Activation Function</vt:lpstr>
      <vt:lpstr>불필요한 연산</vt:lpstr>
      <vt:lpstr>불필요한 연산</vt:lpstr>
      <vt:lpstr>데이터 형상 무시</vt:lpstr>
      <vt:lpstr>데이터 형상 무시</vt:lpstr>
      <vt:lpstr>데이터 형상 무시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커널</vt:lpstr>
      <vt:lpstr>커널</vt:lpstr>
      <vt:lpstr>커널</vt:lpstr>
      <vt:lpstr>Convolution Layer</vt:lpstr>
      <vt:lpstr>Convolution Layer</vt:lpstr>
      <vt:lpstr>Convolution Layer</vt:lpstr>
      <vt:lpstr>Convolution Layer</vt:lpstr>
      <vt:lpstr>Pooling Layer</vt:lpstr>
      <vt:lpstr>Pooling Layer</vt:lpstr>
      <vt:lpstr>Pooling Layer</vt:lpstr>
      <vt:lpstr>Pooling Layer</vt:lpstr>
      <vt:lpstr>Convolutional Neural Network</vt:lpstr>
      <vt:lpstr>심화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Shreve Ch3</dc:title>
  <dc:creator>최 지훈</dc:creator>
  <cp:lastModifiedBy>김우주(컴퓨터공학과)</cp:lastModifiedBy>
  <cp:revision>27</cp:revision>
  <dcterms:created xsi:type="dcterms:W3CDTF">2025-03-04T11:09:15Z</dcterms:created>
  <dcterms:modified xsi:type="dcterms:W3CDTF">2026-05-22T12:55:28Z</dcterms:modified>
</cp:coreProperties>
</file>